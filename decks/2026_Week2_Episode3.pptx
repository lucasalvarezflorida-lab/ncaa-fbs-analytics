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8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1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22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LSU (machine #5, AP #11) · Oregon (machine #8, AP #2) · Missouri (machine #19, AP #25) · Tennessee (machine #15, AP #20)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Virginia, Auburn, South Carolina   |   In theirs, not ours: Washington (AP 17), Utah (AP 21), Houston (AP 23),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267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2585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290572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267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2276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2276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22768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267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22768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560320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596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58775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61975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59689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260603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2606039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260603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25968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260603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9260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291693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2948940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29260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293522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29352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293522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29260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9352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218688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2552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2461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278124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255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57800" y="32644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32644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0" y="325526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326440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5844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575303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oreg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607308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58444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Dante Moore · Oregon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0" y="3593591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0.367 (39)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57800" y="3593591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0" y="3593591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9520" y="35844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31.3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7532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+1300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12680" y="359359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3877056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39136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390448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3936492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39136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0" y="39227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0.569 (60)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57800" y="3922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35040" y="392277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89520" y="391363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30.9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7532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4400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922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242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233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xa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26567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2428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Arch Manning · Texas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0" y="425195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0.808 (30)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57800" y="4251959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0" y="425195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89520" y="424281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30.6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27532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+950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2680" y="425195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FF7A7A"/>
                </a:solidFill>
                <a:latin typeface="Arial"/>
              </a:rPr>
              <a:t>market too high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535424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5720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56285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594860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5720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Sam Leavitt · LSU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14800" y="4581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0.506 (39)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57800" y="4581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5040" y="45811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0.354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89520" y="4572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25.9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7532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012680" y="45811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22960" y="4974336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97280" y="50657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57600" y="5047488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" y="5751576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8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5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-118 / Ohio State -102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+180 / Oklahoma -218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-625 / Arizona State +455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-285 / Arizona +230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+320 / Alabama -410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#21 Utah · ML +360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