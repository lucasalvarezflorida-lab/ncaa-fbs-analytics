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8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2677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2585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290572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267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2276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2276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22768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2267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22768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560320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596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58775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61975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59689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260603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2606039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260603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25968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260603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29260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291693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2948940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29260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293522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29352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293522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29260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93522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218688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2552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2461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278124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255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57800" y="32644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0" y="32644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89520" y="325526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326440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5844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575303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oreg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607308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58444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Dante Moore · Oregon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0" y="3593591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0.367 (39)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57800" y="3593591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0" y="3593591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9520" y="35844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31.3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7532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+1300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12680" y="359359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3877056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39136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390448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3936492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39136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0" y="39227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0.569 (60)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57800" y="39227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35040" y="392277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89520" y="391363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30.9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7532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4400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922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242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233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xa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26567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2428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Arch Manning · Texas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0" y="425195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0.808 (30)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57800" y="4251959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0" y="425195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89520" y="424281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30.6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27532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+950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2680" y="425195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FF7A7A"/>
                </a:solidFill>
                <a:latin typeface="Arial"/>
              </a:rPr>
              <a:t>market too high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535424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5720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56285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594860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5720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Sam Leavitt · LSU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14800" y="4581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0.506 (39)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57800" y="4581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5040" y="45811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0.354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89520" y="4572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25.9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7532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012680" y="458114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22960" y="4974336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97280" y="50657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57600" y="5047488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" y="5751576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 Upset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RED = machine takes the dog outright (spread ≥ 3) · YEL = same side, 6+ points of disagreement · ⚑ = Monster Under total · graded vs the line first seen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6733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MATCHUP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673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ALERT LINE →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CLV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(HOME)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67335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673352"/>
            <a:ext cx="1508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MACHINE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5560" y="1673352"/>
            <a:ext cx="1143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DOG ML / O/U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901952"/>
            <a:ext cx="10515600" cy="347472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9476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9476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South Florida at Army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659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Army -3.5 (unch.)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95681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-1.4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1956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4.9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195681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South Florida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196596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F47321"/>
                </a:solidFill>
                <a:latin typeface="Arial"/>
              </a:rPr>
              <a:t>+154 · 46.5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29514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YEL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229514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Charlotte at Ole 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3134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Ole Miss -47.5 (unch.)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3042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+32.4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23042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15.1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304288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Charlotte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2313432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F47321"/>
                </a:solidFill>
                <a:latin typeface="Arial"/>
              </a:rPr>
              <a:t>60.5 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2596896"/>
            <a:ext cx="10515600" cy="347472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264261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YEL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2642615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Southern Miss at Auburn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66090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Auburn -31.5 → Auburn -33.5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2651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+18.7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6517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12.8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26517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Southern Miss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60" y="2660903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Arial"/>
              </a:rPr>
              <a:t>56.5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2990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YEL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29900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Buffalo at Florida International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30083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FIU -10.5 (unch.)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29992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29992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+1.5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29992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9.0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299923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Buffalo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3008376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Arial"/>
              </a:rPr>
              <a:t>47.5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3291840"/>
            <a:ext cx="10515600" cy="347472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3337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YEL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5880" y="3337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San Diego State at UCLA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33558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UCLA -9.5 → UCLA -11.5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72200" y="3346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33467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+6.4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334670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7.9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41080" y="334670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San Diego State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560" y="335584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Arial"/>
              </a:rPr>
              <a:t>55.5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6850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YEL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25880" y="3685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Utah State at Washington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3703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Washington -26.5 (unch.)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72200" y="36941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0840" y="36941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+18.6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36941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7.9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41080" y="369417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Utah State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5560" y="37033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Arial"/>
              </a:rPr>
              <a:t>55.5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986784"/>
            <a:ext cx="10515600" cy="347472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8680" y="40325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YEL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25880" y="40325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Arkansas at Utah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40507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Utah -13.5 → Utah -12.5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40416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0840" y="40416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+6.6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041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6.9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41080" y="4041648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Arkansas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95560" y="4050792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Arial"/>
              </a:rPr>
              <a:t>54.5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8680" y="43799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YEL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25880" y="437997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Sacramento State at Fresno State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0" y="43982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Fresno State -18.5 (unch.)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43891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389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+11.6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55279" y="4389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6.9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41080" y="438912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Sacramento State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95560" y="4398264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Arial"/>
              </a:rPr>
              <a:t>45.5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2960" y="4681728"/>
            <a:ext cx="10515600" cy="347472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68680" y="47274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YEL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25880" y="47274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Washington State at Kansas State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0" y="47457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K-State -17.5 → K-State -19.5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473659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20840" y="47365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Arial"/>
              </a:rPr>
              <a:t>+11.2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55279" y="4736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47321"/>
                </a:solidFill>
                <a:latin typeface="Arial"/>
              </a:rPr>
              <a:t>6.3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41080" y="47365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Washington State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5560" y="4745736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Arial"/>
              </a:rPr>
              <a:t>48.5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22960" y="5138928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05840" y="5193792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Scorecard 2026 (vs first-seen lines): 41 alerts · model side 19-5-1 ATS · RED dogs outright 1-2 · avg CLV +2.04 · beat/tie/lost the close 8-1-16 · 16 pending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5840" y="543153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Backtest 2023–25: these rules ran 49.7% ATS — a research shortlist and a narrative engine, not a bet slip · RED dogs at +401 or longer on the road are ATS-only (longshot moneylines bled −22.9% ROI 2021–25)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