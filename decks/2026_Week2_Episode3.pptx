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Relationship Id="rId12" Type="http://schemas.openxmlformats.org/officeDocument/2006/relationships/image" Target="../media/image38.png"/><Relationship Id="rId13" Type="http://schemas.openxmlformats.org/officeDocument/2006/relationships/image" Target="../media/image39.png"/><Relationship Id="rId14" Type="http://schemas.openxmlformats.org/officeDocument/2006/relationships/image" Target="../media/image40.png"/><Relationship Id="rId15" Type="http://schemas.openxmlformats.org/officeDocument/2006/relationships/image" Target="../media/image4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42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Seven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55648"/>
            <a:ext cx="10515600" cy="54864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81965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" y="1861718"/>
            <a:ext cx="336499" cy="33649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463040" y="181965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102" y="1861718"/>
            <a:ext cx="336499" cy="336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57400" y="1792224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057400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801368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75688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59152"/>
            <a:ext cx="10515600" cy="54864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242316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2465222"/>
            <a:ext cx="336499" cy="336499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463040" y="242316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5102" y="2465222"/>
            <a:ext cx="336499" cy="3364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57400" y="2395728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660904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04872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67919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2962656"/>
            <a:ext cx="10515600" cy="54864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026664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182" y="3068726"/>
            <a:ext cx="336499" cy="336499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463040" y="3026664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5102" y="3068726"/>
            <a:ext cx="336499" cy="3364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57400" y="299923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26440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008376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282696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566160"/>
            <a:ext cx="10515600" cy="54864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0120" y="363016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182" y="3672230"/>
            <a:ext cx="336499" cy="336499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463040" y="363016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05102" y="3672230"/>
            <a:ext cx="336499" cy="33649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57400" y="3602736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38679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6118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388620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169664"/>
            <a:ext cx="10515600" cy="54864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60120" y="42336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182" y="4275734"/>
            <a:ext cx="336499" cy="336499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463040" y="42336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05102" y="4275734"/>
            <a:ext cx="336499" cy="33649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057400" y="420624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447141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215384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489704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4773168"/>
            <a:ext cx="10515600" cy="54864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60120" y="483717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buffal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2182" y="4879238"/>
            <a:ext cx="336499" cy="336499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463040" y="483717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iu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05102" y="4879238"/>
            <a:ext cx="336499" cy="336499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057400" y="4809744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Buffalo at Florida International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5074920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47321"/>
                </a:solidFill>
                <a:latin typeface="Arial"/>
              </a:rPr>
              <a:t>★ SUPERDOG — Buffalo +10.5 at Florida International · ML +340 · Sat Sep 12 · Pitbull Stadium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818888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Florida International –1.5   ·   –10.5 / –10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5093208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2960" y="5376672"/>
            <a:ext cx="10515600" cy="54864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60120" y="544068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arkansa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2182" y="5482742"/>
            <a:ext cx="336499" cy="336499"/>
          </a:xfrm>
          <a:prstGeom prst="rect">
            <a:avLst/>
          </a:prstGeom>
        </p:spPr>
      </p:pic>
      <p:sp>
        <p:nvSpPr>
          <p:cNvPr id="61" name="Oval 60"/>
          <p:cNvSpPr/>
          <p:nvPr/>
        </p:nvSpPr>
        <p:spPr>
          <a:xfrm>
            <a:off x="1463040" y="544068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tah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05102" y="5482742"/>
            <a:ext cx="336499" cy="33649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2057400" y="5413248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Arkansas at Utah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5678424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47321"/>
                </a:solidFill>
                <a:latin typeface="Arial"/>
              </a:rPr>
              <a:t>★ GIANT KILLER — Arkansas +12.5 at #20 Utah · ML +390 · Sat Sep 12 · Rice-Eccles Stadium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0" y="5422392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Utah –6.5   ·   –12.5 / –12.5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0" y="569671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superdog rows = dog to win outright, points = the spread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