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21.png"/><Relationship Id="rId6" Type="http://schemas.openxmlformats.org/officeDocument/2006/relationships/image" Target="../media/image26.png"/><Relationship Id="rId7" Type="http://schemas.openxmlformats.org/officeDocument/2006/relationships/image" Target="../media/image11.png"/><Relationship Id="rId8" Type="http://schemas.openxmlformats.org/officeDocument/2006/relationships/image" Target="../media/image27.png"/><Relationship Id="rId9" Type="http://schemas.openxmlformats.org/officeDocument/2006/relationships/image" Target="../media/image18.png"/><Relationship Id="rId10" Type="http://schemas.openxmlformats.org/officeDocument/2006/relationships/image" Target="../media/image9.png"/><Relationship Id="rId11" Type="http://schemas.openxmlformats.org/officeDocument/2006/relationships/image" Target="../media/image2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22.png"/><Relationship Id="rId4" Type="http://schemas.openxmlformats.org/officeDocument/2006/relationships/image" Target="../media/image30.png"/><Relationship Id="rId5" Type="http://schemas.openxmlformats.org/officeDocument/2006/relationships/image" Target="../media/image5.png"/><Relationship Id="rId6" Type="http://schemas.openxmlformats.org/officeDocument/2006/relationships/image" Target="../media/image31.png"/><Relationship Id="rId7" Type="http://schemas.openxmlformats.org/officeDocument/2006/relationships/image" Target="../media/image13.png"/><Relationship Id="rId8" Type="http://schemas.openxmlformats.org/officeDocument/2006/relationships/image" Target="../media/image32.png"/><Relationship Id="rId9" Type="http://schemas.openxmlformats.org/officeDocument/2006/relationships/image" Target="../media/image1.png"/><Relationship Id="rId10" Type="http://schemas.openxmlformats.org/officeDocument/2006/relationships/image" Target="../media/image23.png"/><Relationship Id="rId11" Type="http://schemas.openxmlformats.org/officeDocument/2006/relationships/image" Target="../media/image3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21.png"/><Relationship Id="rId6" Type="http://schemas.openxmlformats.org/officeDocument/2006/relationships/image" Target="../media/image26.png"/><Relationship Id="rId7" Type="http://schemas.openxmlformats.org/officeDocument/2006/relationships/image" Target="../media/image11.png"/><Relationship Id="rId8" Type="http://schemas.openxmlformats.org/officeDocument/2006/relationships/image" Target="../media/image27.png"/><Relationship Id="rId9" Type="http://schemas.openxmlformats.org/officeDocument/2006/relationships/image" Target="../media/image18.png"/><Relationship Id="rId10" Type="http://schemas.openxmlformats.org/officeDocument/2006/relationships/image" Target="../media/image9.png"/><Relationship Id="rId11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our in-season rating after 50 rated games · Δ = move vs ESPN's preseason FPI (0.0 = no rated game yet) · AP = week 1 poll · NR = not ranked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notred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74519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03703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25.8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eorg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ohiost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62072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-4.1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91256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miam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520439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ndia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49624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orego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78808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21.9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-3.4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507992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21.1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texastech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837176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20.0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texasam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166360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19.0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oklahom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95544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76072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927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972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olemis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82472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927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927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8064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8064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usc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74519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tennesse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03703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20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pennstat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florida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62072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byu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91256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missouri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520439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Missouri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25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virginia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49624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Virginia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11.8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michigan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78808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11.6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-4.3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auburn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507992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11.1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-0.9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smu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837176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SMU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19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southcarolina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166360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10.9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iowa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95544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Iowa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10.7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22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163056"/>
            <a:ext cx="1056132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217920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Biggest splits with the voters: LSU (machine #5, AP #11) · Oregon (machine #8, AP #2) · Missouri (machine #19, AP #25) · Tennessee (machine #15, AP #20)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4556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In our 25, not theirs: Florida, Virginia, Auburn, South Carolina   |   In theirs, not ours: Washington (AP 17), Utah (AP 21), Houston (AP 23), Louisville (AP 24)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SEP 12,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Ohio State at Texas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Austin · DKR–Texas Memorial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–3.5   ·   –1.5 / –2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oklaho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ichig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Oklahoma at Michigan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Ann Arbor · Michigan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Oklahoma –2   ·   +5.5 / +5.5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rizona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texas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College Station · Kyle 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A&amp;M –16.5   ·   –14.5 / –14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rizo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by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Arizona at BYU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Provo · LaVell Edwards Stadium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BYU –8.5   ·   –7.5 / –7.5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kentuck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Alabama at Kentucky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Lexington · Kroger Field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Alabama –13   ·   +10.5 / +10.5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5C4"/>
                </a:solidFill>
                <a:latin typeface="Arial"/>
              </a:rPr>
              <a:t>Machine = our in-season rating (ESPN preseason FPI prior + 2026 results, λ 3, cap ±28) + 2.5 HFA · empirical margin curve (σ 15.9) · lines as of Sep 7 · model plays graded vs first-seen lines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1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Our call frozen at the Ep2 recording · closing line = last pre-kick pull (Fri 5 PM ET · Mon 9:25 AM ET) · “off by” = miss vs the final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Baylor vs Auburn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Auburn 33–27 · FINAL Auburn 17–16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Auburn –5.5 · closing Auburn –7.5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4.5 · market off by 6.5 — machine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Clemson at LSU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LSU 30–21 · FINAL LSU 51–10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LSU –9 · closing LSU –10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32 · market off by 31 — market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Louisville vs Ole Miss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Ole Miss 31–25 · FINAL Ole Miss 41–38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Ole Miss –6.5 · closing Ole Miss –6.5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6B7E"/>
                </a:solidFill>
                <a:latin typeface="Arial"/>
              </a:rPr>
              <a:t>machine off by 3.5 · market off by 3.5 — dead tie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Wisconsin vs Notre Dame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ND 34–13 · FINAL Notre Dame 41–13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Notre Dame –21 · closing Notre Dame –20.5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7 · market off by 7.5 — machine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f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SMU at Florida State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FSU 27–26 · FINAL pending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Florida State –0.5 · closing SMU –2.5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6B7E"/>
                </a:solidFill>
                <a:latin typeface="Arial"/>
              </a:rPr>
              <a:t>graded before air — see the notes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7044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Total miss across 4 graded games: machine 47.0 points, closing market 48.5 — machine closer in 2, market in 1, 1 tie. Stated positions 2–0: Baylor +7.5 covered and the MONSTER UNDER on 59.5 cashed (33 total). Two weeks in: machine 117.0 vs market 118.5 across 9 games — still a coin flip with Vegas. Stated leans 3–2 on the season.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Ohio State at Texas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7:30 ET · No. 1 at No. 5 · the 2025 opener rematch (OSU 14–7) · Arch's last tour vs Sayin-to-Smith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rematch of the year: Ohio State won last year's opener 14–7 in Columbus and the 2024 CFP semifinal — Texas gets it at home, at night, with Arch Manning in what is almost certainly his last season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Two title-or-bust rosters and one coordinator gamble each: Arthur Smith installing an NFL run game around Sayin–Smith, Will Muschamp replacing the coordinator whose defense outranked Sark's offense two years running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Continuity edge is Texas: 72% of its offensive production back plus the sport's most talked-about portal class (Coleman, Smothers, Biles); Ohio State returns 68% on offense but only two of nine defensive starters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Week 1 said nothing and everything: 56–3 and 59–7 — Sayin 21-of-25, Arch 4 touchdowns — but Texas allowed 349 yards to Texas State and Ohio State took nine flags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machine says Texas by 3.7; the market says 1.5; ESPN's own live FPI says 0.7. Three points of our number are bookkeeping — the ±28 margin cap turned 56–3 into an 'underperformance' and docked Ohio State 4.1 rating points for winning by 53. Strip the artifact and this is a pick'em plus home field, which is exactly what everyone else says. No position.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–3.5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–150 · Ohio State +150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+3.7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–1.5 / –2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Texas -120 / Ohio State +100 · Bov Texas -110 / Ohio State -110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26 – Ohio State 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B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810512" cy="365760"/>
          </a:xfrm>
          <a:prstGeom prst="roundRect">
            <a:avLst/>
          </a:prstGeom>
          <a:solidFill>
            <a:srgbClr val="BF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TEX 60%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40% OSU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–1.5 → –1.5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–1.5 (Aug 18) → now –1.5 · opened –2.5 · CLV +0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Ohio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Texas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Day, year 8 — NEW OC Arthur Smith (ex-Falcons HC); Patricia year two on defense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Julian Sayin, year two: No. 1 in success rate as a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68% of offensive production back · 17 portal adds — but 2 of 9 defensive starters return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Make Arthur Smith's run game real — 237 yards at 6.8 a carry last week; if wide zone travels, Sayin plays on schedule instead of in a phone booth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Sayin-to-Smith vs the back end Kwiatkowski built and Muschamp inherited: McDonald, Littleton and portal corner Mascoe held this offense to 14 last year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eight-transfer defense — Russaw, Smith, Moore, Little — against the deepest skill corps in the sport; two of nine starters back is the season's real question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Urgency: last year's slow-tempo offense died in the two games that mattered — play with pace, and cut the nine penalties from Week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Ohio State at Texas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Texas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Sarkisian, year 6 — NEW DC Will Muschamp (the league's riskiest coordinator swap)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Arch Manning, year two as the starter; final season, Heisman favorite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72% back · 22 portal adds — the headline portal class (Coleman, Smothers, Biles, Siani)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Arch on the move: designed movement is Sark's 2026 wrinkle and accuracy on the run is Arch's last flaw — Patricia's disguises will test exactly that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Protect the interior — the 2025 OL regression was the whole story of a preseason No. 1 that missed the CFP; Ohio State's transfer front arrives Saturday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Explosives over efficiency: Coleman, Wingo, Smothers (4.4 yards after contact) vs a rally-tackle defense that squeezes chunk plays — win the big-play count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Muschamp's first real test: 349 yards allowed to Texas State is a flag; Simmons off the edge and Biles inside have to make Sayin uncomfortable early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Ohio State at Texas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michig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Oklahoma at Michigan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12:00 ET · rematch of OU's 24–13 win in Norman · Whittingham's first Big House test · the card's biggest machine-market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line swung eight points in a week: Michigan opened –1.5, survived Western Michigan 13–12 (three turnovers, 19:52 of possession) and is now +5.5 — the market re-priced a program; the machine moved 4.3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Two rebuilds at opposite speeds: Whittingham's Utah operating system (OC Beck, DC Hill, three Utah starters) is one game old; Venables' defense is in year five and was the SEC's best in 2025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QB question is the whole show: Underwood's year-two leap (12-of-22 last week) vs Mateer's rebuilt throwing motion (11-of-17, three TDs) — both offenses are built around their QB's legs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Payback with stakes: OU won 24–13 in Norman last September; a Michigan loss at home to open Whittingham's era puts an 8–4 program's floor in play by mid-September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market moved seven points on one MAC game; the pre-registered machine moved 4.3 — that gap is the entire 'edge'. It is a bet that 13–12 was noise, made about a first-year head coach and a year-two QB the July prior can't see. Lean Michigan +5.5 as research; the backtest never rewarded us for chasing chaos.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Oklahoma –2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Michigan +118 · Oklahoma –118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Oklahoma +1.9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+5.5 / +5.5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Michigan +180 / Oklahoma -218 · Bov Michigan +175 / Oklahoma -210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Oklahoma 23 – Michigan 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841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388059" cy="365760"/>
          </a:xfrm>
          <a:prstGeom prst="roundRect">
            <a:avLst/>
          </a:prstGeom>
          <a:solidFill>
            <a:srgbClr val="0027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MICH 46%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54% OU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–2.5 → +5.5 · CLV +8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–2.5 (Aug 18) → now +5.5 · opened –1.5 · CLV +8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Oklahoma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Michigan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Venables, year 5 — calls the defense himself; OC Arbuckle year two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John Mateer, senior; new throwing motion after the 2025 thumb injury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63% back · 16 portal adds — five OL transfers, WR room rebuilt around Sategna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Mateer's legs vs Jay Hill's sim pressures — the designed QB run (8 TDs in 2025) is the answer to a blitz-heavy front that punishes hesitation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The five-transfer OL vs Michigan's DL two-deep — 2025's run game ranked 124th in yards per carry; 170 at 4.4 against UTEP proved nothing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Erase the bad-QB day: Underwood went 12-of-22 with a pick — Venables' back seven (Guillory, the Bowens) has to cash on the road at noon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Hidden yards travel: 115 punt-return yards and a defensive score last week — special teams is how a 2-point machine number becomes a 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Oklahoma at Michigan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chig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Michigan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Michigan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Kyle Whittingham (Utah, 177 wins) after Moore's December firing; Beck OC, Hill DC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Bryce Underwood, year two: the No. 1 recruit's Heisman-track season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69% back · 17 portal adds — the Utah pipeline (Daley, Snowden, Lea'ea, Buchanan)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Own the ball — 19:52 of possession and three turnovers against a MAC team; Beck's system is built on 30-minute halves and zero gifts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Run Underwood like Dampier: 47 yards on nine carries was the first look — the QB-run leverage is the identity Whittingham imported from Utah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Find receiver No. 2: Buchanan's 126 yards was the whole passing game — Marsh has to be a real target or Venables squeezes one side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Hill's defense allowed 221 yards and 4.2 per pass to WMU — bring that to Mateer's Air Raid without the explosive concessions the pressure invites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Oklahoma at Michigan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12:00 ET · Boley's second start vs an SEC secondary · Elko's portal-built trenches get a tempo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Dillingham's post-Leavitt reboot (16% of production back — the least on the card, 24 transfers) meets an 11-win Aggie roster that kept its skill talent and rebuilt both trenches through the portal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Cutter Boley's debut was 21-of-27 for 387 and six touchdowns — against Morgan State; Kyle Field at noon with Elko's disguises is the real audition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A&amp;M's story is its lines: six of the top seven OL and five of seven DL are gone, replaced by transfers with 42 combined SEC starts — a tempo offense is the stress test they'd choose least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Neither rating has a 2026 snap in it: both teams beat FCS opponents the machine doesn't rate, so this number is July's prior plus home field — and the market agrees within two points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Machine –16.7, market –14.5: two points apart on a 14-point spread is agreement. The 70–7 and 50–0 scores are zero evidence — FCS opponents aren't rated, so neither team's number moved. The scouting risk the prior can't price is Reed's turnover habit (four picks in last year's two losses) against a 3-3-5 that gambles for exactly that.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A&amp;M –16.5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A&amp;M –560 · Arizona State +560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A&amp;M +16.7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–14.5 / –14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Texas A&amp;M -625 / Arizona State +455 · Bov Texas A&amp;M -650 / Arizona State +450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A&amp;M 34 – Arizona State 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564892" cy="365760"/>
          </a:xfrm>
          <a:prstGeom prst="roundRect">
            <a:avLst/>
          </a:prstGeom>
          <a:solidFill>
            <a:srgbClr val="5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TAMU 85%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15% ASU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–14.5 → –14.5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–14.5 (Aug 23) → now –14.5 · CLV +0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Arizona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State at Texas A&amp;M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Dillingham, year 4 — a full reset after the injury-shredded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Cutter Boley (Kentucky), won a four-way derby; 387 yards, 6 TDs in the debut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16% back — least on the card · 24 portal adds · 11 of 34 regulars return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Tempo the transfer defensive line — five new starters up front are the one A&amp;M unit that hasn't played together; 4-of-5 on fourth down says Dillingham will push it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Boley's second start against real disguise: Ricks, Ratcliffe, Brooks and portal corner Gibson rotate late — the six-touchdown debut came against Morgan State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Contain before you gamble: the 3-3-5 is undersized by design, and Reed's designed run in the red zone is exactly what it concedes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Fix special teams (No. 125 last year) — at Kyle Field a +14.5 cover lives or dies in field position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State at Texas A&amp;M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 A&amp;M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State at Texas A&amp;M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Elko, year 3 — two NEW coordinators (Wiggins OC, Hemphill DC)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Marcel Reed: 3,000 pass / 550 rush in 2025, and 12 interceptions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73% back · 19 portal adds — skill talent kept, both trenches rebuilt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Reed's ball security — 12 picks last year, four in the two losses; a gambling defense wants the hero throw, take the checkdown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portal OL: 236 rushing yards at 5.0 and 43 minutes of possession last week — run it 45 times again against a light front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Havoc from the new front — Saka (12.5% pressure rate) and Henderson vs a QB making his second start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Finish drives and cut the flags (8 for 75 last week) — style points are the whole game when the spread is 14.5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State at Texas A&amp;M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by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Arizona at BYU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3:30 ET · Big 12 opener · BYU has won three straight in the series (33–27 in Tucson last year) · Fifita's final 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Big 12's continuity kings: BYU returns 79% of its production and 177 starts — most in the league — with Bachmeier in year two; Arizona returns the QB (Fifita, 9,183 career yards) and eleven defensive starters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Provo's biggest home game in program memory until Notre Dame arrives: a 12-win team that lost twice, both to Texas Tech, opens the league with the one opponent that 'plays everybody'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coordinator change is BYU's: Jay Hill took the 3-3-5 to Michigan and Poppinga inherits ten rotation defenders — Fifita is the first quarterback who can make that matter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Week 1 receipts: BYU ran for 308 at 6.7 and forced four turnovers; Arizona put up 520 yards but coughed it up three times — the exact ledger this spread is built 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Machine –8.4, market –7.5: agreement. Both ratings are still the July prior — Utah Tech and Northern Arizona aren't rated, so 63–7 and 35–7 moved nothing. BYU has won three straight in the series and the honest lean is that its 79% continuity is the most reliable number on this card; the caveat is a first-time coordinator on the side of the ball that made BYU's last two years.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BYU –8.5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BYU –239 · Arizona +239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BYU +8.4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–7.5 / –7.5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BYU -285 / Arizona +230 · Bov BYU -310 / Arizona +255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BYU 29 – Arizona 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C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112264" cy="365760"/>
          </a:xfrm>
          <a:prstGeom prst="roundRect">
            <a:avLst/>
          </a:prstGeom>
          <a:solidFill>
            <a:srgbClr val="002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BYU 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30% ARIZ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–7 → –7.5 · CLV +0.5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–7 (Sep 4) → now –7.5 · opened –6.5 · CLV +0.5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Arizona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at BYU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Brennan, year 3 — DC Danny Gonzales returns eleven 2025 starters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Noah Fifita, year four as the starter: 9,183 yards, 73 TDs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65% back · 22 portal adds — leading rusher and top two receivers gone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Attack Poppinga's first game plan — hit the corners early with Fifita's quick game before the disguises settle in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Front-six physicality: BYU ran for 308 last week and LJ Martin is a 1,300-yard back — the rebuilt front has to hold the line or the play-action never gets tested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Ball security — three giveaways against Northern Arizona; BYU's defense manufactured four takeaways and a touchdown last week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Play the field-position game Brennan wins — a top-tier secondary, fourth-down aggression, and the hidden yards decide a 7.5-point spread in Provo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at BYU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y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BYU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at BYU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Sitake, year 11 — NEW DC Kelly Poppinga (Hill left for Michigan)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Bear Bachmeier, year two: the Big 12's safest QB bet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79% back — most on the card · 9 portal adds · 177 returning starts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Run first, then punish: Bachmeier's QB-run and deep play-action beat single-high all last year — Arizona's secondary is the first one that will make him earn it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Martin and Eka behind four returning linemen — 6.7 a carry last week; this is where the continuity edge shows up on the field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new receivers: Glasker (65 yards, two scores) and Kasper stepped in for the departed top three — a real secondary is the first real test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Win the hidden margin — 183 return yards and a defensive score last week; against a team that turned it over three times, takeaways are the 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at BYU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kentuck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Alabama at Kentucky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3:30 ET · SEC opener · Keelon Russell's first road start · Will Stein's first SEC game · Kentucky hasn't beaten Alabama since 1997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DeBoer's referendum year opens on the road with a redshirt-freshman quarterback: Russell went 18-of-30 for 256 with zero touchdowns in the opener — the offense scored five rushing TDs instead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Will Stein's Kentucky is the anti-Stoops: motion, pace, a Notre Dame transfer QB (Minchey: 301 yards, four TDs in the debut) behind six transfer linemen averaging 6-5, 323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Continuity is the card's lowest on both sides: Alabama returns 26% of its offensive production, Kentucky 19% — 31 transfers in Lexington, the most of anyone we cover this week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market's early landmine: the deep dive called Kentucky Week 2 one of three early traps — Alabama lost its opener a year ago and DeBoer has lost as many games in two years as Saban did in five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Machine –13.2, market –10.5: 2.7 to Alabama sits right at the noise line, and it comes with the two hedges a prior can't price — a teenager's first road start and a year-one head coach whose rating has zero 2026 snaps in it (Youngstown State isn't rated). Treat it as a quibble; the real information arrives at 3:30.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Alabama –13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Kentucky +380 · Alabama –380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Alabama +13.2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+10.5 / +10.5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Kentucky +320 / Alabama -410 · Bov Kentucky +320 / Alabama -430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Alabama 31 – Kentucky 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9E1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633679" cy="365760"/>
          </a:xfrm>
          <a:prstGeom prst="roundRect">
            <a:avLst/>
          </a:prstGeom>
          <a:solidFill>
            <a:srgbClr val="003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UK 21%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79% BAMA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+10.5 → +10.5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+10.5 (Sep 4) → now +10.5 · CLV +0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Alabama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Kentucky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DeBoer, year 3 — the referendum season; Wommack year 3 on defense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Keelon Russell, RS freshman, the No. 2 recruit in the 2025 class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26% back · 17 portal adds — six of the top seven OL gone, QB gone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Russell's first road start — zero passing touchdowns against ECU; DeBoer's rhythm game needs him to attack the intermediate middle, not just survive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Run it 49 times again: 227 yards and five rushing scores last week — the rebuilt OL vs Kentucky's returning front is where an SEC road game is decided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Wommack's secondary (Brown, Lee, Sabb) vs the receiver room the deep dive called a void — make Minchey hold the ball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Special teams: 107th last year and projected 109th — a 10.5-point spread at Kroger dies in hidden yards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Alabama at Kentucky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uck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Kentucky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Kentucky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Will Stein (Oregon OC) after the Stoops era ended at 5–7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Kenny Minchey (Notre Dame): accurate, mobile, one start of proof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19% back · 31 portal adds — most on the card; six transfer OL, ten defensive starters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The mauling line: six transfers, 49 FBS starts, three all-conference — vs an Alabama interior that lost four of its top five tackles; Baxter and Patterson downhill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Minchey's profile: four touchdowns, no picks, 11.1 a throw — keep it clean against the best secondary in America and the spread is in play all afternoon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The defense is the strength — ten of nineteen starters back plus Castell; make Russell win from the pocket on third-and-long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Clean up the two Week 1 leaks: 3-of-8 on third down and six penalties for 70 — those are the stats that lose to Alabama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Alabama at Kentucky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5681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Ohio State at Texas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6537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Texas 26 – Ohio State 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1284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–1.5 / –2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klaho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michig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8833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Oklahoma at Michigan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9689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Oklahoma 23 – Michigan 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4436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+5.5 / +5.5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rizona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exas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1985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2841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Texas A&amp;M 34 – Arizona State 17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7588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–14.5 / –14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arizo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by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5137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Arizona at BYU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5993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BYU 29 – Arizona 21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40740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–7.5 / –7.5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kentuck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8289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Alabama at Kentucky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9145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Alabama 31 – Kentucky 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13892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+10.5 / +10.5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96127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96127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Buffalo +10.5 at Florida International · ML +340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98464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98464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Arkansas +13.5 at #21 Utah · ML +400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653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FA5C4"/>
                </a:solidFill>
                <a:latin typeface="Arial"/>
              </a:rPr>
              <a:t>projected scores = machine margin on the market total · superdogs = dog to win outright, points = the spread · graded vs first-seen lines · research, not picks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