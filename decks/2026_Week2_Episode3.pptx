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8.png"/><Relationship Id="rId7" Type="http://schemas.openxmlformats.org/officeDocument/2006/relationships/image" Target="../media/image13.png"/><Relationship Id="rId8" Type="http://schemas.openxmlformats.org/officeDocument/2006/relationships/image" Target="../media/image30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51 rated games · Δ = move vs ESPN's preseason FPI (0.0 = no rated game yet) · AP = week 2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Virginia (machine #20, AP #25) · SMU (machine #22, AP #17) · Ole Miss (machine #13, AP #9) · Missouri (machine #19, AP #23)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Michigan, Auburn, South Carolina   |   In theirs, not ours: Washington (AP 19), Utah (AP 20), Houston (AP 22),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seat score = 60% the man (CBS hot-seat rating 0–5, Aug 29) + 40% the machine (odds of missing the job-saving win total, from our season sim) · * = estimated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5.5 (4–7)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62-0 vs Hampton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16-17 at Auburn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utg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3.6 (2–5)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21-37 vs Massachusetts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wiscons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13-41 at Notre Dame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6.4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57-0 vs Kent State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4.7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vs Murray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15-34 at Cincinnati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clem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7.3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10-51 at LSU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orthcarolin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Belichick · North Carolina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4-8, yr 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6.0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15-10 at TCU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Next three: Kalen DeBoer (Alabama, 64) · Dave Doeren (NC State, 64) · Bryant Vincent (UL Monroe, 63)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NEEDS = the win total that keeps the job (from the deep-dive write-ups — a judgment call) · P(GETS IT) = the machine's odds of reaching it · MACHINE WINS = projected wins (10th–90th pct), 51 rated games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index = team factor (0.5 + half the odds of 10+ wins) × blended PPA per play (2026 + 150 plays of the 2025 line as prior) · market = DraftKings, Sep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2037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Best returning efficiency in the sport (0.545 in 2025, No. 1 in success rate) on a title favorite — the market has him 8th at +1400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0.934 (28)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7063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401 yards, 5 TD, 90% at Stanford — but the prior is a Duke season (0.371); Miami's 74% P(10+) is the best team factor on the 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1.107 (31)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+600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37560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Carried by the team: Notre Dame's 91% P(10+) is the board's highest; the efficiency line is average so far (0.398 on 31 plays, 0.433 prior)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0.398 (31)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904487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1.639 per play on 15 plays — a tiny sample — plus Indiana's 73% P(10+) and the offense that made a Heisman winner of a transfer last year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1.639 (15)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exaste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71416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Situation, not tape: Texas Tech's 80% P(10+) is 2nd on the board while his efficiency is 8th of 9 (0.384) — Houston in Lubbock is the first real test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Will Hammond · Texas Tech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0.420 (35)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34.5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Dante Moore 31.3 (market #6) · Jayden Maiava 30.9 (market #10) · Arch Manning 30.6 (market #2) · Sam Leavitt 25.9 (market #9)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Julian Sayin, Ohio State — index 44.7 · market +1400 (#8 on the board)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Non-QB watch (own scale — PPA per target, not comparable to the QB column): Jeremiah Smith 1.62 (+1000) · Malachi Toney 1.40 (+1250) · Ryan Wingo 1.55 · Trent Mosley 1.30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CADCFC"/>
                </a:solidFill>
                <a:latin typeface="Arial"/>
              </a:rPr>
              <a:t>PPA = CFBD predicted points added per play · a great QB on a 9-win team stays alive (team factor floor 0.5) · the board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9 · model plays graded vs first-seen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lorida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5 graded games: machine 50.5 points, closing market 49.0 — machine closer in 2, market in 2, 1 tie. Stated positions 2–0: Baylor +7.5 covered and the MONSTER UNDER on 59.5 cashed (33 total). Two weeks in: machine 120.5 vs market 119.0 across 10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rematch of OU's 24–13 win in Norman · Whittingham's first Big House test · the card's biggest machine-market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An eight-point line swing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Whittingham's first Big House test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Underwood vs Mateer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Payback for 24–13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The market moved 7, the machine moved 4.3 — lean Michigan +5.5 as research,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+190 / Oklahoma -230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 · 16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Mateer's legs vs Hill's pressure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line has to prove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Erase Underwood's bad day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Whittingham (Utah)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Underwood,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the Utah pipeline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the ball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Underwood like Dampier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receiver No. 2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Pressure without the busts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Boley's second start vs an SEC secondary · Elko's portal-built trenches get a tempo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Dillingham's reboot vs an 11-win roster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Boley's second start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A&amp;M's portal-built lines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No 2026 snaps in the number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Two points apart on a 14-point spread is agreement — no 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-650 / Arizona State +470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Dillingham,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Cutter Boley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16% back · 24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the transfer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Boley vs real disguise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Contain before you gamble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special teams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 · two new coordinators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 · both lines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Reed's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portal line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Havoc from the new front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drives, cut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Big 12 opener · BYU has won three straight in the series (33–27 in Tucson last year) · Fifita's final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continuity kings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Provo's biggest game until Notre Dame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Poppinga replaces Hill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BYU took four, Arizona gave three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Machine 8.4, market 7.5, both still the July prior — no 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-290 / Arizona +235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Brennan,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Fifita returns, year four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65% back · 22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Poppinga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Hold the line vs Martin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Sitake, year 11 · new DC Poppinga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Bachmeier,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79% back · most on the card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first, then punish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Martin and Eka behind the veterans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new receivers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hidden margin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SEC opener · Keelon Russell's first road start · Will Stein's first SEC game · Kentucky hasn't beaten Alabama since 1997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DeBoer's referendum, on the road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Stein's anti-Stoops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Lowest continuity on the card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early landmine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2.7 to Alabama sits right at the noise line —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+330 / Alabama -425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DeBoer, year 3 · the referendum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Keelon Russell,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26% back · 17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Russell's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49 times again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Wommack's secondary vs the void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can't leak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Will Stein (Oregon OC)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Kenny Minchey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19% back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mauling 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Minchey keeps it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defense is the strength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third down and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7:30 ET · No. 1 at No. 4 · the 2025 opener rematch (OSU 14–7) · Arch's last tour vs Sayin-to-Smith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rematch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One coordinator gamble each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Texas has the continuity edge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Week 1 proved nothing yet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Machine 3.7, market 1.5, ESPN 0.7 — three points of ours is the cap artifact. No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-122 / Ohio State +102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Day, year 8 · new OC Arthur Smith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Sayin returns,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68% back · 2 of 9 D starters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the run game real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Sayin-to-Smith vs the back end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eight-transfer defense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Play with pace, cut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 · new DC Muschamp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 returns,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 · 22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on the move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the interior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 over efficiency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Muschamp's first real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+12.5 at #20 Utah · ML +390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