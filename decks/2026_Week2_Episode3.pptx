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The market moved 7, the machine moved 4.3 — lean Michigan +5.5 as research,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Two points apart on a 14-point spread is agreement — no 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Machine 8.4, market 7.5, both still the July prior — no 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2.7 to Alabama sits right at the noise line —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Machine 3.7, market 1.5, ESPN 0.7 — three points of ours is the cap artifact.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