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12:00 ET · Ann Arbor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An eight-point line swing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Whittingham's first Big House test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Underwood vs Mateer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Payback for 24–13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Michigan +5.5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 · 16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Mateer's legs vs Hill's pressure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line has to prove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Erase Underwood's bad 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Whittingham (Utah)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Underwood,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the Utah pipeline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the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Underwood like Dampier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receiver No. 2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Pressure without the busts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12:00 ET · College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Dillingham's reboot vs an 11-win roster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Boley's second start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A&amp;M's portal-built lines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No 2026 snaps in the number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Agreement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Dillingham,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Cutter Boley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16% back · 24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the transfer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Boley vs real disguise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Contain before you gamble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special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 · two new coordinators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 · both lines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Reed's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portal line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Havoc from the new front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3:30 ET · Provo · Big 12 opener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continuity kings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Provo's biggest game until Notre Dame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Poppinga replaces Hill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BYU took four, Arizona gave three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Brennan,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Fifita returns, year four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65%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Poppinga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Hold the line vs Martin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Sitake, year 11 · new DC Poppinga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Bachmeier,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79% back · most on the card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first, then punish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Martin and Eka behind the veterans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new receivers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3:30 ET · Lexington · SEC opener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DeBoer's referendum, on the road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Stein's anti-Stoops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Lowest continuity on the card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early landmine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Quibble,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 · the referendum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26% back · 17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49 times again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Wommack's secondary vs the void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can't leak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Will Stein (Oregon OC)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Kenny Minchey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19% back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mauling 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Minchey keeps it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defense is the strength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third down and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7:30 ET · Austin · No. 1 at No.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rematch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One coordinator gamble each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Texas has the continuity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Week 1 proved nothing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Pick'em plus home field — no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 · new OC Arthur Smith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 returns,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68% back · 2 of 9 D starters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the run game real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Sayin-to-Smith vs the back end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eight-transfer defense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Play with pace,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 · new DC Muschamp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 returns,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on the move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the interior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 over efficiency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Muschamp's first real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+10.5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