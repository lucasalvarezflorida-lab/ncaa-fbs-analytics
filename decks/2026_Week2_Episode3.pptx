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2037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Best returning efficiency in the sport (0.545 in 2025, No. 1 in success rate) on a title favorite — the market has him 8th at +1400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7063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401 yards, 5 TD, 90% at Stanford — but the prior is a Duke season (0.371); Miami's 74% P(10+) is the best team factor on the 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37560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Carried by the team: Notre Dame's 91% P(10+) is the board's highest; the efficiency line is average so far (0.398 on 31 plays, 0.433 prior)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904487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1.639 per play on 15 plays — a tiny sample — plus Indiana's 73% P(10+) and the offense that made a Heisman winner of a transfer last year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7141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Situation, not tape: Texas Tech's 80% P(10+) is 2nd on the board while his efficiency is 8th of 9 (0.384) — Houston in Lubbock is the first real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4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