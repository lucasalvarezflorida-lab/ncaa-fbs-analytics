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Relationship Id="rId4" Type="http://schemas.openxmlformats.org/officeDocument/2006/relationships/image" Target="../media/image35.png"/><Relationship Id="rId5" Type="http://schemas.openxmlformats.org/officeDocument/2006/relationships/image" Target="../media/image11.png"/><Relationship Id="rId6" Type="http://schemas.openxmlformats.org/officeDocument/2006/relationships/image" Target="../media/image36.png"/><Relationship Id="rId7" Type="http://schemas.openxmlformats.org/officeDocument/2006/relationships/image" Target="../media/image18.png"/><Relationship Id="rId8" Type="http://schemas.openxmlformats.org/officeDocument/2006/relationships/image" Target="../media/image9.png"/><Relationship Id="rId9" Type="http://schemas.openxmlformats.org/officeDocument/2006/relationships/image" Target="../media/image37.png"/><Relationship Id="rId10" Type="http://schemas.openxmlformats.org/officeDocument/2006/relationships/image" Target="../media/image4.png"/><Relationship Id="rId1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2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Virginia #20 vs AP #25 · SMU #22 vs AP #17 · Ole Miss #13 vs AP #9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Michigan, Auburn, South Carolina   ·   Theirs, not ours: Washington, Utah,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Kalen DeBoer 64 · Dave Doeren 64 · Bryant Vincent 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Best returning efficiency in the sport · market has him 8th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One huge game vs Stanford · Duke prior · best team factor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Carried by Notre Dame's 91% · average line so far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1.639 on 15 plays · Indiana's offense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Situation, not tape · Texas Tech's 80%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Julian Sayin, Ohio State · index 44.7 · market +1400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(+1000) · Malachi Toney (+1250)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50.5 · market 49.0 · machine closer in 2, market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120.5 vs market 119.0 · stated leans 3–2 · Monster Under cashed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12:00 ET · Ann Arbor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An eight-point line swing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Whittingham's first Big House test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Underwood vs Mateer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Payback for 24–13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Michigan +5.5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 · 16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Mateer's legs vs Hill's pressure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line has to prove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Erase Underwood's bad day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Whittingham (Utah)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Underwood,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the Utah pipeline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the ball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Underwood like Dampier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receiver No. 2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Pressure without the busts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12:00 ET · College Station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Dillingham's reboot vs an 11-win roster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Boley's second start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A&amp;M's portal-built lines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No 2026 snaps in the number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Agreement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Dillingham,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Cutter Boley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16% back · 24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the transfer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Boley vs real disguise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Contain before you gamble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special teams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 · two new coordinators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 · both lines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Reed's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portal line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Havoc from the new front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3:30 ET · Provo · Big 12 opener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continuity kings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Provo's biggest game until Notre Dame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Poppinga replaces Hill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BYU took four, Arizona gave three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Brennan,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Fifita returns, year four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65%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Poppinga early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Hold the line vs Martin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Sitake, year 11 · new DC Poppinga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Bachmeier,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79% back · most on the card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first, then punish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Martin and Eka behind the veterans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new receivers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hidden margin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3:30 ET · Lexington · SEC opener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DeBoer's referendum, on the road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Stein's anti-Stoops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Lowest continuity on the card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early landmine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Quibble,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DeBoer, year 3 · the referendum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Keelon Russell,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26% back · 17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Russell's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49 times again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Wommack's secondary vs the void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can't leak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Will Stein (Oregon OC)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Kenny Minchey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19% back · 31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mauling line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Minchey keeps it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defense is the strength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third down and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12 · 7:30 ET · Austin · No. 1 at No.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rematch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One coordinator gamble each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Texas has the continuity edge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Week 1 proved nothing yet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Pick'em plus home field — no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Day, year 8 · new OC Arthur Smith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Sayin returns, year two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68% back · 2 of 9 D starters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the run game real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Sayin-to-Smith vs the back end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Prove the eight-transfer defense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Play with pace, cut the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 · new DC Muschamp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 returns,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 · 22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on the move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the interior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 over efficiency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Muschamp's first real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izonast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exas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y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labam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kentuck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+10.5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ohiosta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texa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