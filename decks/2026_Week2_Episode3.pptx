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 · superdogs pay only on the outright win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98448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80744"/>
            <a:ext cx="457200" cy="45720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380744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60" y="134416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627631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362456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61848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956815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039111"/>
            <a:ext cx="457200" cy="45720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480" y="2039111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4560" y="2002535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285999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020823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276856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2615183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2697479"/>
            <a:ext cx="457200" cy="45720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80" y="2697479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2660903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4436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679191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35223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273551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3355847"/>
            <a:ext cx="457200" cy="45720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4480" y="3355847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4560" y="3319271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3602735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3337559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3593591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3931919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014215"/>
            <a:ext cx="457200" cy="45720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54480" y="4014215"/>
            <a:ext cx="457200" cy="457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4560" y="3977639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426110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995927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4251959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590287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oastalcarolin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4672583"/>
            <a:ext cx="457200" cy="457200"/>
          </a:xfrm>
          <a:prstGeom prst="rect">
            <a:avLst/>
          </a:prstGeom>
        </p:spPr>
      </p:pic>
      <p:pic>
        <p:nvPicPr>
          <p:cNvPr id="41" name="Picture 40" descr="westvirgini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54480" y="4672583"/>
            <a:ext cx="457200" cy="4572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4560" y="4636007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★ SUPERDOG · Coastal +21 at West Virginia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4560" y="4919471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took Coastal Carolina +21 (ML +950) · FINAL West Virginia 31–24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80" y="4654295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machine 23% to win outright · market 10% · pays only on the win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4910327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lost by 7 · covered by 14 — 0 points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5248655"/>
            <a:ext cx="10515600" cy="621792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ashingtonsta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5840" y="5330951"/>
            <a:ext cx="457200" cy="457200"/>
          </a:xfrm>
          <a:prstGeom prst="rect">
            <a:avLst/>
          </a:prstGeom>
        </p:spPr>
      </p:pic>
      <p:pic>
        <p:nvPicPr>
          <p:cNvPr id="48" name="Picture 47" descr="washingto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54480" y="5330951"/>
            <a:ext cx="457200" cy="457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94560" y="5294375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73D"/>
                </a:solidFill>
                <a:latin typeface="Arial"/>
              </a:rPr>
              <a:t>★ GIANT KILLER · Wazzu +23.5 at #17 Washington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5577839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6273D"/>
                </a:solidFill>
                <a:latin typeface="Arial"/>
              </a:rPr>
              <a:t>we took Washington State +23.5 (ML +1300) · FINAL Washington 24–10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5312663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machine 17% to win outright · market 7% · pays only on the win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5568695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lost by 14 · covered by 9.5 — 0 points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5943599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16751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Games: machine miss 50.5 points, closing market 49.0 — machine closer in 2, market in 2, 1 tie; two weeks in machine 120.5 vs market 119.0 across 10 games, still a coin flip. Stated positions 2–0 (Baylor +7.5 covered, MONSTER UNDER 59.5 cashed) — leans 3–2 on the season. Superdogs: 0-for-2 outright, 2-for-2 against the spread — 0 points banked. Right about the price, paid on the win.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