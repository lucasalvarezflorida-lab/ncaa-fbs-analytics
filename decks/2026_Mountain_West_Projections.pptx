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P(champ)</c:v>
                </c:pt>
              </c:strCache>
            </c:strRef>
          </c:tx>
          <c:spPr>
            <a:solidFill>
              <a:srgbClr val="F47321"/>
            </a:solidFill>
          </c:spPr>
          <c:cat>
            <c:strRef>
              <c:f>Sheet1!$A$2:$A$7</c:f>
              <c:strCache>
                <c:ptCount val="6"/>
                <c:pt idx="0">
                  <c:v>Wyoming</c:v>
                </c:pt>
                <c:pt idx="1">
                  <c:v>Nevada</c:v>
                </c:pt>
                <c:pt idx="2">
                  <c:v>Air Force</c:v>
                </c:pt>
                <c:pt idx="3">
                  <c:v>New Mexico</c:v>
                </c:pt>
                <c:pt idx="4">
                  <c:v>Hawai'i</c:v>
                </c:pt>
                <c:pt idx="5">
                  <c:v>UNLV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0.005</c:v>
                </c:pt>
                <c:pt idx="1">
                  <c:v>0.0092</c:v>
                </c:pt>
                <c:pt idx="2">
                  <c:v>0.0861</c:v>
                </c:pt>
                <c:pt idx="3">
                  <c:v>0.1615</c:v>
                </c:pt>
                <c:pt idx="4">
                  <c:v>0.2543</c:v>
                </c:pt>
                <c:pt idx="5">
                  <c:v>0.474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>
                  <a:solidFill>
                    <a:srgbClr val="16273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8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47321"/>
                </a:solidFill>
                <a:latin typeface="Arial"/>
              </a:rPr>
              <a:t>NCAA FBS ANALYTICS · CONFERENCE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Mountain West — 2026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CADCFC"/>
                </a:solidFill>
                <a:latin typeface="Arial"/>
              </a:rPr>
              <a:t>Projected standings, title race, and championship odds</a:t>
            </a:r>
          </a:p>
          <a:p>
            <a:pPr algn="l"/>
            <a:r>
              <a:rPr sz="1500" b="0" i="0">
                <a:solidFill>
                  <a:srgbClr val="CADCFC"/>
                </a:solidFill>
                <a:latin typeface="Arial"/>
              </a:rPr>
              <a:t>10,000 joint simulated seasons · ESPN 2026 preseason FPI prior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Mountain West: projected standings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234440"/>
          <a:ext cx="7863839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3405"/>
                <a:gridCol w="2539365"/>
                <a:gridCol w="737235"/>
                <a:gridCol w="1105852"/>
                <a:gridCol w="1105852"/>
                <a:gridCol w="819150"/>
                <a:gridCol w="982980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Pos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Team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FPI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Conf W–L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Overall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P(CG)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P(Champ)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6273D"/>
                          </a:solidFill>
                          <a:latin typeface="Arial"/>
                        </a:rPr>
                        <a:t>UNLV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1.8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6.2–1.8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9.0–3.0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70%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47%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6273D"/>
                          </a:solidFill>
                          <a:latin typeface="Arial"/>
                        </a:rPr>
                        <a:t>Hawai'i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-2.4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5.6–2.4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8.0–4.0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53%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25%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New Mexico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-3.5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5.2–2.8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7.7–4.3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Air Force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-6.8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4.7–3.3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7.2–4.8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25%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9%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North Dakota State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-8.3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4.6–4.4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6.7–5.3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Nevada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-11.9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3.2–4.8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5.2–6.8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5%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Wyoming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-13.1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3.0–5.0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5.3–6.7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Northern Illinois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-14.5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2.9–5.1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4.3–7.7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3%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San José 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-14.3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3.2–5.8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4.9–8.1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UTEP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-16.6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2.5–5.5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3.8–8.2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961120" y="1371600"/>
            <a:ext cx="26517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Favorite: UNLV (47%)</a:t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/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Projected title game:</a:t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UNLV vs Hawai'i</a:t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/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Split: champion ≠ best overall record in 52% of seasons.</a:t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/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Shaded rows = projected CG pair.</a:t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/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* title-ineligible (transition)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Mountain West: the title race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280160"/>
          <a:ext cx="73152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595360" y="1645920"/>
            <a:ext cx="30175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UNLV wins the league in 47% of seasons; Hawai'i is next at 25%.</a:t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/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Schedule note: Wyoming's overall projection (5.3 wins) outruns its conference finish — draw matters.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