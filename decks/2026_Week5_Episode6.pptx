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2" r:id="rId13"/>
    <p:sldId id="263" r:id="rId14"/>
    <p:sldId id="261" r:id="rId12"/>
    <p:sldId id="265" r:id="rId16"/>
    <p:sldId id="266" r:id="rId17"/>
    <p:sldId id="264" r:id="rId15"/>
    <p:sldId id="268" r:id="rId19"/>
    <p:sldId id="269" r:id="rId20"/>
    <p:sldId id="267" r:id="rId18"/>
    <p:sldId id="271" r:id="rId22"/>
    <p:sldId id="272" r:id="rId23"/>
    <p:sldId id="270" r:id="rId21"/>
    <p:sldId id="274" r:id="rId25"/>
    <p:sldId id="275" r:id="rId26"/>
    <p:sldId id="273" r:id="rId24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2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2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.png"/><Relationship Id="rId8" Type="http://schemas.openxmlformats.org/officeDocument/2006/relationships/image" Target="../media/image10.png"/><Relationship Id="rId9" Type="http://schemas.openxmlformats.org/officeDocument/2006/relationships/image" Target="../media/image17.png"/><Relationship Id="rId10" Type="http://schemas.openxmlformats.org/officeDocument/2006/relationships/image" Target="../media/image11.png"/><Relationship Id="rId11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20.png"/><Relationship Id="rId5" Type="http://schemas.openxmlformats.org/officeDocument/2006/relationships/image" Target="../media/image37.png"/><Relationship Id="rId6" Type="http://schemas.openxmlformats.org/officeDocument/2006/relationships/image" Target="../media/image6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13.png"/><Relationship Id="rId10" Type="http://schemas.openxmlformats.org/officeDocument/2006/relationships/image" Target="../media/image3.png"/><Relationship Id="rId11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this week · AP week 5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609344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WEEK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609344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92807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otred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12848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hio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ex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52927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72968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26.1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493008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13048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india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33087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flori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453128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oreg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773168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093208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uta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13248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66927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012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058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tennesse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73328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012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012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7149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7149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288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60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65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klahom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92807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60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60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7451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7451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808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854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lemis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12848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808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808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9456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945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texaste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209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254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usc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52927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209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209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3463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3463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0896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409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455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nebrask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72968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409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409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5467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5467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610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655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issippistat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493008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610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610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4747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4747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49039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7810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78561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pennstat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13048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7810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7810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7947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7947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01083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05655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byu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33087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01083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010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1479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1479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38912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211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256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outhcarolin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453128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211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211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348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348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74116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74573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773168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7411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74116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7548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75488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0612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0657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michiga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093208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0612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0612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12.0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0749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0749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38124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38581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13248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38124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38124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394959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-0.2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394959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062472"/>
            <a:ext cx="10561320" cy="74980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089904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D68A"/>
                </a:solidFill>
                <a:latin typeface="Arial"/>
              </a:rPr>
              <a:t>Biggest moves this week — up: Florida +3.4 #12→#9 · Notre Dame +3.2 #4→#2 · Oregon +2.8 #13→#10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263640"/>
            <a:ext cx="10241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7A7A"/>
                </a:solidFill>
                <a:latin typeface="Arial"/>
              </a:rPr>
              <a:t>Down: Ole Miss -2.9 #10→#15 · Penn State -2.9 #15→#20 · Texas A&amp;M -2.1 #9→#11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05840" y="6437376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ADCFC"/>
                </a:solidFill>
                <a:latin typeface="Arial"/>
              </a:rPr>
              <a:t>Biggest splits: BYU #21 vs AP #10 · Iowa #25 vs AP #14 · LSU #5 vs AP #11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6601968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Ours, not theirs: Texas A&amp;M, Oklahoma, Nebraska, Penn State   ·   Theirs, not ours: Oklahoma State, Houston, SMU, Boise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34-7 vs Central Arkansas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3-54 vs UCLA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6.9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23-13 vs Colorado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outhcarol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18-49 at Alabama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ulmonro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9%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2.9 (1–4)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17-45 vs Florida Atlantic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lems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24-10 at California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4.9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13-23 at Jacksonville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14-21 vs Virginia Tech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rutge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4.2 (2–6)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58-7 vs Howard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29-3 vs Lindenwood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Deion Sanders 66 · Bill Belichick 63 · Brent Venables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HEISMAN · BEST SO FAR, NOT A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 Machine's Best-Player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Any position · points added per game (PPA, shrunk toward 2025) × team factor · who is playing best, not who wins in December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PLAYER · POS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PTS /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83-of-115, 1,206 yards, 10 TD, 1 INT through four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QB · Ohio State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0.63 (131)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19.1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94-of-106, 1,211 yards, 14 TD, 0 INT through four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QB · Miami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0.86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14.4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67-of-95, 963 yards, 9 TD, 1 INT through four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QB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0.59 (103)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12.3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uta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71-of-101, 896 yards, 9 TD, 1 INT · 136 rushing, 2 TD through four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QB · Utah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0.43 (133)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14.1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78-of-110, 1,129 yards, 8 TD, 2 INT · 168 rushing, 3 TD through four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Keelon Russell · QB · Alabama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0.58 (139)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new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15.9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11.1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Sam Leavitt 11.0 · Jayden Maiava 10.0 · Jeremiah Smith 9.5 · Josh Hoover 9.3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BEST SO FAR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Julian Sayin, QB, Ohio State · index 15.5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QB efficiency board (per play): Darian Mensah 51.4 · C.J. Carr 47.6 · Julian Sayin 47.3 · Josh Hoover 41.3 · Devon Dampier 33.4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(CFBD) · points a game = shrunk per-play PPA × plays ÷ games · team factor = 0.5 + half the team's odds of 10 wins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WEEK 5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Blacksburg · Lane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677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7:00 PM 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151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Evanston · the new Ryan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723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8:00 PM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198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Fri Oct 02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Starkville · Davis Wade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770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245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Iowa City · Kinnick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486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7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338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Arial"/>
              </a:rPr>
              <a:t>Sat Oct 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4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at Tennessee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TEX 32–23 · Man TEX 31–24 · FINAL TEX 20–17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–9 · deserved TEX +4.4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6 · man 4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Ole Miss at Florida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FLA 31–28 · Man FLA 35–34 · FINAL FLA 52–28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–3 · deserved FLA +19.6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21 · man 23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Georgia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UGA 29–15 · Man UGA 34–20 · FINAL UGA 41–13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Georgia –14 · deserved UGA +19.4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14 · man 14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Oregon at USC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ORE 32–31 · Man ORE 35–34 · FINAL ORE 41–27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Oregon –0.5 · deserved ORE +8.4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13.5 · man 13 — man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Texas A&amp;M at LSU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29–23 · Man LSU 31–27 · FINAL LSU 35–6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–5.5 · deserved LSU +33.9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23.5 · man 25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79.0 · machine 78.0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Arial"/>
              </a:rPr>
              <a:t>Points off the final score: man 93 · machine 89   |   Machine's season: 289.5 off across 25 games · vs the deserved margins this week: 62.9   |   Pre-mortems: 5 graded · 1 fired · 0 picks lost · named the reason 0 of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Pitt at Virginia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7:00 ET · Blacksburg · Pitt 4–0 at Virginia Tech 3–1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Pitt has not left home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51% — a coin flip, and Pitt has not played a road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Pittsburgh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Virginia Tech +105 · Pittsburgh –105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Pittsburgh +0.7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Virginia Tech –3.5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03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478584" cy="365760"/>
          </a:xfrm>
          <a:prstGeom prst="roundRect">
            <a:avLst/>
          </a:prstGeom>
          <a:solidFill>
            <a:srgbClr val="63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VT 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51% PITT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Pittsburgh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Narduzzi, year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Heintschel,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both lines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Heintschel against the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to keep the rush honest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rgini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Virginia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Pitt at Virginia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James Franklin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Grunkemeyer (PSU)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Grunkemeyer past the sticks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Overton against a wall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is the game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Pitt at Virginia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orthwes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Penn State at Northwestern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Oct 2 · 8:00 ET · Evanston · Penn State at Northwestern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Penn State off the Wisconsin loss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54% — a coin flip with a lean, on the road on a short week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Penn State –2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Northwestern +118 · Penn State –118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Penn State +1.9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Penn State –2.5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388059" cy="365760"/>
          </a:xfrm>
          <a:prstGeom prst="roundRect">
            <a:avLst/>
          </a:prstGeom>
          <a:solidFill>
            <a:srgbClr val="4E2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NW 46%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PSU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nn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Penn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Matt Campbell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Rocco Becht (ISU)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 of 35 rotation players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Becht after the worst game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off the field on third 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rthwes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Northwestern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Penn State at Northwestern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Braun,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Aidan Chiles (MSU)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 of 15 defensive regulars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Chiles keeps the zero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Penn State at Northwestern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ssissippist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12:00 ET · Starkville · No. 7 at No.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explosive passing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70% — the machine likes Alabama more than the room does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–8.5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Mississippi State +229 · Alabama –229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+8.3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Alabama 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905256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MSST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70% BAMA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48%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 over the top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enough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Take the ball 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Mississippi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eight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deep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and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Alabama at Mississippi State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Auburn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Knoxville · Auburn at No.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Tennessee out-played Texas and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67% — the machine and the market agree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–205 · Auburn +205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Tennessee +6.8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Tennessee –7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021738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67%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33% AUB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Alex Golesh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nine transfers on the 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Brown upright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Brandon on the 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Auburn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— the offense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second real test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Auburn at Tennessee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io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Iowa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Oct 3 · 3:30 ET · Iowa City · No. 5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Best passing game vs a run-stuffing defense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dead agreement with the market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Iowa +424 · Ohio State –424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Ohio State +14.1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Ohio State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573328" cy="36576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IOWA 19%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81% OSU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Sayin, 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three OL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 to Smith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all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Third down and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ow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Iowa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Iowa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Ferentz, year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Hank Brown won the derby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last in the Big Ten in returning production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the ball, run the clock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 has to hit something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Field position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6 · WEEK 5 · Ohio State at Iowa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6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tsbur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virginia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Pitt at Virginia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Pittsburgh 28 – Virginia Tech 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Pittsburgh –0.5  ·  market Virginia Tech –3.5  ·  machine 4 higher on Pittsburgh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n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northweste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Penn State at Northwestern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Penn State 24 – Northwestern 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Penn State –2  ·  market Penn State –2.5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Mississippi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34 – Mississippi State 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Alabama –8.5  ·  market Alabama –6  ·  machine 2.5 higher on Alabama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ubu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ennesse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Auburn at Tennessee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Tennessee 31 – Auburn 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Tennessee –7  ·  market Tennessee –7  ·  machine agrees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iow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Ohio State 30 – Iowa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Ohio State –14  ·  market Ohio State –14  ·  machine agrees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+20.5 vs Memphis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Boston College +21 at #21 SMU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