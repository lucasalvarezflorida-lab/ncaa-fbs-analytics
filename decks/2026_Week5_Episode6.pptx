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0.861 (112)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51.4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0.595 (103)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0.628 (131)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0.756 (90)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41.3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0.435 (133)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Keelon Russell 32.0 · Jayden Maiava 29.2 · Will Hammond 28.6 · Sam Leavitt 27.9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51.4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27 – Virginia Tech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Pittsburgh 27 – Virginia Tech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–4  ·  machine 4.5 higher on Pittsburgh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–7.5  ·  machine agrees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–13.5  ·  machine agrees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Clemson +17.5 vs #4 Miami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