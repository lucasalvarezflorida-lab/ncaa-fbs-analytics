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  <p:sldId id="263" r:id="rId14"/>
    <p:sldId id="261" r:id="rId12"/>
    <p:sldId id="265" r:id="rId16"/>
    <p:sldId id="266" r:id="rId17"/>
    <p:sldId id="264" r:id="rId15"/>
    <p:sldId id="268" r:id="rId19"/>
    <p:sldId id="269" r:id="rId20"/>
    <p:sldId id="267" r:id="rId18"/>
    <p:sldId id="271" r:id="rId22"/>
    <p:sldId id="272" r:id="rId23"/>
    <p:sldId id="270" r:id="rId21"/>
    <p:sldId id="274" r:id="rId25"/>
    <p:sldId id="275" r:id="rId26"/>
    <p:sldId id="273" r:id="rId24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2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.png"/><Relationship Id="rId8" Type="http://schemas.openxmlformats.org/officeDocument/2006/relationships/image" Target="../media/image10.png"/><Relationship Id="rId9" Type="http://schemas.openxmlformats.org/officeDocument/2006/relationships/image" Target="../media/image17.png"/><Relationship Id="rId10" Type="http://schemas.openxmlformats.org/officeDocument/2006/relationships/image" Target="../media/image11.png"/><Relationship Id="rId11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5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hio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tex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26.1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ndia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flori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oreg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uta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tennesse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klahom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lemis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texaste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usc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nebrask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issippista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pennsta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byu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outhcarolina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michiga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Florida +3.4 #12→#9 · Notre Dame +3.2 #4→#2 · Oregon +2.8 #13→#10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Ole Miss -2.9 #10→#15 · Penn State -2.9 #15→#20 · Texas A&amp;M -2.1 #9→#11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BYU #21 vs AP #10 · Iowa #25 vs AP #14 · LSU #5 vs AP #11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Texas A&amp;M, Oklahoma, Nebraska, Penn State   ·   Theirs, not ours: Oklahoma State, Houston, SMU, Boise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34-7 vs Central Arkansas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3-54 vs UCLA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6.9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23-13 vs Colorado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outhcarol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18-49 at Alabama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ulmonro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9%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2.9 (1–4)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17-45 vs Florida Atlantic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lems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24-10 at California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4.9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13-23 at Jacksonville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14-21 vs Virginia Tech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rutge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58-7 vs Howard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29-3 vs Lindenwood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Deion Sanders 66 · Bill Belichick 63 · Brent Venables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0.861 (112)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51.4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0.595 (103)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ohio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0.628 (131)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0.756 (90)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41.3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0.435 (133)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Keelon Russell 32.0 · Jayden Maiava 29.2 · Will Hammond 28.6 · Sam Leavitt 27.9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51.4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Blacksburg · Lane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Evanston · the new Ryan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8:00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Starkville · Davis Wade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Iowa City · Kinnick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4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at Tennessee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TEX 32–23 · Man TEX 31–24 · FINAL TEX 20–17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–9 · deserved TEX +4.4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6 · man 4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Ole Miss at Florida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FLA 31–28 · Man FLA 35–34 · FINAL FLA 52–28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–3 · deserved FLA +19.6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21 · man 23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Georgia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UGA 29–15 · Man UGA 34–20 · FINAL UGA 41–13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Georgia –14 · deserved UGA +19.4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14 · man 14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Oregon at USC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ORE 32–31 · Man ORE 35–34 · FINAL ORE 41–27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Oregon –0.5 · deserved ORE +8.4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13.5 · man 13 — man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A&amp;M at LSU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29–23 · Man LSU 31–27 · FINAL LSU 35–6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–5.5 · deserved LSU +33.9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23.5 · man 25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79.0 · machine 78.0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Points off the final score: man 93 · machine 89   |   Machine's season: 289.5 off across 25 games · vs the deserved margins this week: 62.9   |   Pre-mortems: 5 graded · 1 fired · 0 picks lost · named the reason 0 of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Pitt at Virginia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7:00 ET · Blacksburg · Pitt 4–0 at Virginia Tech 3–1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Pitt has not left home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51% — a coin flip, and Pitt has not played a road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Pittsburgh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Virginia Tech +105 · Pittsburgh –105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Pittsburgh +0.7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Virginia Tech –3.5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Pittsburgh 28 – Virginia Tech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03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478584" cy="365760"/>
          </a:xfrm>
          <a:prstGeom prst="roundRect">
            <a:avLst/>
          </a:prstGeom>
          <a:solidFill>
            <a:srgbClr val="63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VT 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51% PITT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Pittsburgh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Narduzzi, year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Heintschel,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both lines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Heintschel against the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to keep the rush honest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rgini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Virginia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James Franklin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Grunkemeyer (PSU)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Grunkemeyer past the sticks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Overton against a wall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is the game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orthwes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Penn State at Northwestern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8:00 ET · Evanston · Penn State at Northwestern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Penn State off the Wisconsin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54% — a coin flip with a lean, on the road on a short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Penn State –2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Northwestern +118 · Penn State –118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Penn State +1.9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Penn State –2.5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388059" cy="365760"/>
          </a:xfrm>
          <a:prstGeom prst="roundRect">
            <a:avLst/>
          </a:prstGeom>
          <a:solidFill>
            <a:srgbClr val="4E2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NW 46%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PSU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Penn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Matt Campbell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Rocco Becht (ISU)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 of 35 rotation players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Becht after the worst game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off the field on third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rthwes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Northwestern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Braun,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Aidan Chiles (MSU)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 of 15 defensive regulars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Chiles keeps the zero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ssissippi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12:00 ET · Starkville · No. 7 at No.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explosive passing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70% — the machine likes Alabama more than the room does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–8.5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Mississippi State +229 · Alabama –229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+8.3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Alabama 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905256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MSST 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70% BAMA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48%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 over the top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enough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Take the ball 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eight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deep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and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Auburn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Knoxville · Auburn at No.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Tennessee out-played Texas and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67% — the machine and the market agree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–205 · Auburn +205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Tennessee +6.8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021738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67%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33% AUB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Alex Golesh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nine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Brown upright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Brandon on the 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— the offense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second real test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io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Iowa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Iowa City · No. 5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Best passing game vs a run-stuffing defense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dead agreement with the market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Iowa +424 · Ohio State –424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Ohio State +14.1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573328" cy="36576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IOWA 19%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81% OSU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three OL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 to Smith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and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o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Iowa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Ferentz, year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Hank Brown won the derby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last in the Big Ten in returning production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the ball, run the clock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 has to hit something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Field 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Pittsburgh 28 – Virginia Tech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Pittsburgh –0.5  ·  market Virginia Tech –3.5  ·  machine 4 higher on Pittsburgh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Penn State –2  ·  market Penn State –2.5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Alabama –8.5  ·  market Alabama –6  ·  machine 2.5 higher on Alabama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Tennessee –7  ·  market Tennessee –7  ·  machine agrees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Ohio State –14  ·  market Ohio State –14  ·  machine agrees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+20.5 vs Memphis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Boston College +21 at #21 SMU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