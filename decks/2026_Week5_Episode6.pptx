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3" r:id="rId14"/>
    <p:sldId id="261" r:id="rId12"/>
    <p:sldId id="265" r:id="rId16"/>
    <p:sldId id="266" r:id="rId17"/>
    <p:sldId id="264" r:id="rId15"/>
    <p:sldId id="268" r:id="rId19"/>
    <p:sldId id="269" r:id="rId20"/>
    <p:sldId id="267" r:id="rId18"/>
    <p:sldId id="271" r:id="rId22"/>
    <p:sldId id="272" r:id="rId23"/>
    <p:sldId id="270" r:id="rId21"/>
    <p:sldId id="274" r:id="rId25"/>
    <p:sldId id="275" r:id="rId26"/>
    <p:sldId id="273" r:id="rId24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HEISMAN · BEST SO FAR, NOT A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 Machine's Best-Player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Any position · points added per game (PPA, shrunk toward 2025) × team factor · who is playing best, not who wins in December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PLAYER · POS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PTS /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83-of-115, 1,206 yards, 10 TD, 1 INT through four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QB · Ohio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0.63 (131)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94-of-106, 1,211 yards, 14 TD, 0 INT through four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QB · Miami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67-of-95, 963 yards, 9 TD, 1 INT through four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QB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 (103)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12.3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ut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71-of-101, 896 yards, 9 TD, 1 INT · 136 rushing, 2 TD through four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QB · Utah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 (133)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78-of-110, 1,129 yards, 8 TD, 2 INT · 168 rushing, 3 TD through four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Keelon Russell · QB · Alabama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 (139)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new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Sam Leavitt 11.0 · Jayden Maiava 10.0 · Jeremiah Smith 9.5 · Josh Hoover 9.3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BEST SO FAR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Julian Sayin, QB, Ohio State · index 15.5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QB efficiency board (per play): Darian Mensah 51.4 · C.J. Carr 47.6 · Julian Sayin 47.3 · Josh Hoover 41.3 · Devon Dampier 33.4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(CFBD) · points a game = shrunk per-play PPA × plays ÷ games · team factor = 0.5 + half the team's odds of 10 wins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OCT 2–3,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 — machine and 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5623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85623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Pittsburgh 28–27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–3.5  ·  machine 4 higher on Pittsburgh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67004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58775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58775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Penn State 27–24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286000" y="34015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31927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Alabama 34 – Mississippi State 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31927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Alabama 38–28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286000" y="413308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050791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Tennessee 31 – Auburn 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050791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Tennessee 31–21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286000" y="486460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782312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Machine Ohio State 30 – Iowa 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782312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5CD68A"/>
                </a:solidFill>
                <a:latin typeface="Arial"/>
              </a:rPr>
              <a:t>Man Ohio State 31–20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  ·  machine agrees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