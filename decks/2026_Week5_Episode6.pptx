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2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20.png"/><Relationship Id="rId5" Type="http://schemas.openxmlformats.org/officeDocument/2006/relationships/image" Target="../media/image37.png"/><Relationship Id="rId6" Type="http://schemas.openxmlformats.org/officeDocument/2006/relationships/image" Target="../media/image6.png"/><Relationship Id="rId7" Type="http://schemas.openxmlformats.org/officeDocument/2006/relationships/image" Target="../media/image19.png"/><Relationship Id="rId8" Type="http://schemas.openxmlformats.org/officeDocument/2006/relationships/image" Target="../media/image23.png"/><Relationship Id="rId9" Type="http://schemas.openxmlformats.org/officeDocument/2006/relationships/image" Target="../media/image13.png"/><Relationship Id="rId10" Type="http://schemas.openxmlformats.org/officeDocument/2006/relationships/image" Target="../media/image3.png"/><Relationship Id="rId11" Type="http://schemas.openxmlformats.org/officeDocument/2006/relationships/image" Target="../media/image2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image" Target="../media/image9.png"/><Relationship Id="rId6" Type="http://schemas.openxmlformats.org/officeDocument/2006/relationships/image" Target="../media/image14.png"/><Relationship Id="rId7" Type="http://schemas.openxmlformats.org/officeDocument/2006/relationships/image" Target="../media/image1.png"/><Relationship Id="rId8" Type="http://schemas.openxmlformats.org/officeDocument/2006/relationships/image" Target="../media/image10.png"/><Relationship Id="rId9" Type="http://schemas.openxmlformats.org/officeDocument/2006/relationships/image" Target="../media/image17.png"/><Relationship Id="rId10" Type="http://schemas.openxmlformats.org/officeDocument/2006/relationships/image" Target="../media/image11.png"/><Relationship Id="rId11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20.png"/><Relationship Id="rId5" Type="http://schemas.openxmlformats.org/officeDocument/2006/relationships/image" Target="../media/image37.png"/><Relationship Id="rId6" Type="http://schemas.openxmlformats.org/officeDocument/2006/relationships/image" Target="../media/image6.png"/><Relationship Id="rId7" Type="http://schemas.openxmlformats.org/officeDocument/2006/relationships/image" Target="../media/image19.png"/><Relationship Id="rId8" Type="http://schemas.openxmlformats.org/officeDocument/2006/relationships/image" Target="../media/image23.png"/><Relationship Id="rId9" Type="http://schemas.openxmlformats.org/officeDocument/2006/relationships/image" Target="../media/image13.png"/><Relationship Id="rId10" Type="http://schemas.openxmlformats.org/officeDocument/2006/relationships/image" Target="../media/image3.png"/><Relationship Id="rId11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this week · AP week 5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eo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92807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29.0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12848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ohio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tex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52927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72968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26.1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alabam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493008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iam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13048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ndian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33087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florid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453128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oreg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773168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093208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uta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13248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66927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012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058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tennesse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73328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012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012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7149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7149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oklahom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92807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lemiss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12848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-2.9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texastec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usc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52927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nebraska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72968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Nebraska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issippistat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493008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Mississippi State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pennstat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13048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byu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33087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outhcarolina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453128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773168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michiga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093208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12.0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13248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-0.2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062472"/>
            <a:ext cx="10561320" cy="74980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089904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D68A"/>
                </a:solidFill>
                <a:latin typeface="Arial"/>
              </a:rPr>
              <a:t>Biggest moves this week — up: Florida +3.4 #12→#9 · Notre Dame +3.2 #4→#2 · Oregon +2.8 #13→#10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263640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7A7A"/>
                </a:solidFill>
                <a:latin typeface="Arial"/>
              </a:rPr>
              <a:t>Down: Ole Miss -2.9 #10→#15 · Penn State -2.9 #15→#20 · Texas A&amp;M -2.1 #9→#11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05840" y="6437376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Arial"/>
              </a:rPr>
              <a:t>Biggest splits: BYU #21 vs AP #10 · Iowa #25 vs AP #14 · LSU #5 vs AP #11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05840" y="6601968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Ours, not theirs: Texas A&amp;M, Oklahoma, Nebraska, Penn State   ·   Theirs, not ours: Oklahoma State, Houston, SMU, Boise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34-7 vs Central Arkansas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4.2 (2–6)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3-54 vs UCLA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6.9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23-13 vs Colorado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southcarol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18-49 at Alabama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ulmonro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Bryant Vincent · UL Monroe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8-16, yr 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9%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2.9 (1–4)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-5.1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17-45 vs Florida Atlantic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clems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24-10 at California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iddletenness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4.9 (3–7)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13-23 at Jacksonville State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3.9 (2–6)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14-21 vs Virginia Tech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rutger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4.2 (2–6)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58-7 vs Howard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easternmichig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Chris Creighton · Eastern Michigan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27-24 thru 2024, yr 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2.8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4.3 (3–6)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29-3 vs Lindenwood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Deion Sanders 66 · Bill Belichick 63 · Brent Venables 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71-of-79, 873 yards, 11 TD, 0 INT through three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0.861 (112)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51.4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53-of-73, 726 yards, 6 TD, 0 INT through three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0.595 (103)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47.6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34" name="Oval 33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ohio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56-of-79, 839 yards, 6 TD, 1 INT through three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0.628 (131)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0.584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47.3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44" name="Oval 43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37-of-51, 649 yards, 10 TD, 0 INT through three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0.756 (90)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41.3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uta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53-of-74, 690 yards, 7 TD, 1 INT · 115 rushing, 2 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Devon Dampier · Utah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0.435 (133)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640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58%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33.4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Keelon Russell 32.0 · Jayden Maiava 29.2 · Will Hammond 28.6 · Sam Leavitt 27.9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51.4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(Ohio State) · Malachi Toney (Miami) · Ryan Wingo (Texas) · Trent Mosley (USC)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SEP 26,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Pitt at Virginia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Blacksburg · Lane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6771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7:00 PM 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1518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Fri Oct 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n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rthwest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Penn State at Northwestern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Evanston · the new Ryan Field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7238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8:00 PM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198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Fri Oct 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ississippist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Starkville · Davis Wade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770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12:00 PM 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245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ubur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tennesse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Auburn at Tennessee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Knoxville · Neyland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6817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ow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Iowa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Iowa City · Kinnick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486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338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4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Texas at Tennessee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TEX 32–23 · Man TEX 31–24 · FINAL TEX 20–17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–9 · deserved TEX +4.4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6 · man 4 — man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Ole Miss at Florida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FLA 31–28 · Man FLA 35–34 · FINAL FLA 52–28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–3 · deserved FLA +19.6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21 · man 23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Oklahoma at Georgia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UGA 29–15 · Man UGA 34–20 · FINAL UGA 41–13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Georgia –14 · deserved UGA +19.4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off by · machine 14 · man 14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Oregon at USC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ORE 32–31 · Man ORE 35–34 · FINAL ORE 41–27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Oregon –0.5 · deserved ORE +8.4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13.5 · man 13 — man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Texas A&amp;M at LSU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LSU 29–23 · Man LSU 31–27 · FINAL LSU 35–6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–5.5 · deserved LSU +33.9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23.5 · man 25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Margin miss: man 79.0 · machine 78.0 — closer: man 2, machine 2, 1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Points off the final score: man 93 · machine 89   |   Machine's season: 289.5 off across 25 games · vs the deserved margins this week: 62.9   |   Pre-mortems: 5 graded · 1 fired · 0 picks lost · named the reason 0 of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Pitt at Virginia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Oct 2 · 7:00 ET · Blacksburg · Pitt 4–0 at Virginia Tech 3–1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Pitt has not left home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51% — a coin flip, and Pitt has not played a road game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Pittsburgh –0.5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Virginia Tech +105 · Pittsburgh –105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Pittsburgh +0.7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Virginia Tech –3.5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Pittsburgh 28 – Virginia Tech 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03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478584" cy="365760"/>
          </a:xfrm>
          <a:prstGeom prst="roundRect">
            <a:avLst/>
          </a:prstGeom>
          <a:solidFill>
            <a:srgbClr val="63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VT 49%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51% PITT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Pittsburgh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Pitt at Virginia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Narduzzi, year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Heintschel,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both lines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Heintschel against the rush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to keep the rush honest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run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Pitt at Virginia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irgini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Virginia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Pitt at Virginia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James Franklin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Grunkemeyer (PSU)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Grunkemeyer past the sticks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Overton against a wall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Third down is the game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Pitt at Virginia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nn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orthweste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Penn State at Northwestern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Oct 2 · 8:00 ET · Evanston · Penn State at Northwestern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Penn State off the Wisconsin loss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54% — a coin flip with a lean, on the road on a short week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Penn State –2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Northwestern +118 · Penn State –118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Penn State +1.9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Penn State –2.5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Penn State 24 – Northwestern 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388059" cy="365760"/>
          </a:xfrm>
          <a:prstGeom prst="roundRect">
            <a:avLst/>
          </a:prstGeom>
          <a:solidFill>
            <a:srgbClr val="4E2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NW 46%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PSU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nn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Penn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Penn State at Northwestern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Matt Campbell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Rocco Becht (ISU)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 of 35 rotation players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Becht after the worst game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off the field on third 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Penn State at Northwestern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rthwes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Northwestern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Penn State at Northwestern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Braun,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Aidan Chiles (MSU)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 of 15 defensive regulars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Chiles keeps the zero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a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third-and-long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Penn State at Northwestern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ssissippist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12:00 ET · Starkville · No. 7 at No.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explosive passing games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70% — the machine likes Alabama more than the room does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–8.5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Mississippi State +229 · Alabama –229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+8.3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Alabama 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Alabama 34 – Mississippi State 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905256" cy="365760"/>
          </a:xfrm>
          <a:prstGeom prst="roundRect">
            <a:avLst/>
          </a:prstGeom>
          <a:solidFill>
            <a:srgbClr val="5D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MSST 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70% BAMA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Mississippi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DeBoer,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Keelon Russell,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48%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Russell over the top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enough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Take the ball 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Alabama at Mississippi State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Mississippi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Mississippi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Lebby,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Kamario Taylor,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eight transfers on the line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Taylor's deep ball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Bothwell and the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Alabama at Mississippi State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Auburn at Tennessee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3:30 ET · Knoxville · Auburn at No.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Tennessee out-played Texas and lost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67% — the machine and the market agree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Tennessee 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 –205 · Auburn +205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Tennessee +6.8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Tennessee –7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Tennessee 31 – Auburn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2021738" cy="365760"/>
          </a:xfrm>
          <a:prstGeom prst="roundRect">
            <a:avLst/>
          </a:prstGeom>
          <a:solidFill>
            <a:srgbClr val="FF8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273D"/>
                </a:solidFill>
                <a:latin typeface="Arial"/>
              </a:rPr>
              <a:t>TENN 67%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33% AUB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Auburn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Alex Golesh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Byrum Brown (USF)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nine transfers on the line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Keep Brown upright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Brandon on the ground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Auburn at Tennessee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nness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Tennessee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Auburn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Heupel,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Faizon Brandon, true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— the offense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Brandon's second real test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Auburn at Tennessee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iow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Iowa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3:30 ET · Iowa City · No. 5 at No.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Best passing game vs a run-stuffing defense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81% — dead agreement with the market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Ohio State –14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Iowa +424 · Ohio State –424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Ohio State +14.1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Ohio State –14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Ohio State 30 – Iowa 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573328" cy="36576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IOWA 19%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81% OSU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Iowa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Day, year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Sayin,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three OL starters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Sayin to Smith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at all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Third down and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Ohio State at Iowa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o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Iowa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Iowa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Ferentz, year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Hank Brown won the derby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last in the Big Ten in returning production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the ball, run the clock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Brown has to hit something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Field position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Ohio State at Iowa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Pitt at Virginia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Pittsburgh 28 – Virginia Tech 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21284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Pittsburgh –0.5  ·  market Virginia Tech –3.5  ·  machine 4 higher on Pittsburgh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enn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northwest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Penn State at Northwestern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Penn State 24 – Northwestern 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94436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Penn State –2  ·  market Penn State –2.5  ·  machine agrees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ssissippist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Alabama 34 – Mississippi State 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67588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Alabama –8.5  ·  market Alabama –6  ·  machine 2.5 higher on Alabama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ubur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tennesse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Auburn at Tennessee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Tennessee 31 – Auburn 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40740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Tennessee –7  ·  market Tennessee –7  ·  machine agrees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ow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Ohio State at Iowa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Ohio State 30 – Iowa 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513892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Ohio State –14  ·  market Ohio State –14  ·  machine agrees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Charlotte +20.5 vs Memphis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Boston College +21 at #21 SMU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Superdogs: 5 for a cover · 5 + the spread for a win · 1 for a push · research, not picks · market = DraftKings, Sep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