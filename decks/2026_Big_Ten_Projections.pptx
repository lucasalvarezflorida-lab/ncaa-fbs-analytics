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Sheet1!$A$2:$A$8</c:f>
              <c:strCache>
                <c:ptCount val="7"/>
                <c:pt idx="0">
                  <c:v>Iowa</c:v>
                </c:pt>
                <c:pt idx="1">
                  <c:v>Michigan</c:v>
                </c:pt>
                <c:pt idx="2">
                  <c:v>USC</c:v>
                </c:pt>
                <c:pt idx="3">
                  <c:v>Penn State</c:v>
                </c:pt>
                <c:pt idx="4">
                  <c:v>Indiana</c:v>
                </c:pt>
                <c:pt idx="5">
                  <c:v>Oregon</c:v>
                </c:pt>
                <c:pt idx="6">
                  <c:v>Ohio State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0.0063</c:v>
                </c:pt>
                <c:pt idx="1">
                  <c:v>0.0173</c:v>
                </c:pt>
                <c:pt idx="2">
                  <c:v>0.023</c:v>
                </c:pt>
                <c:pt idx="3">
                  <c:v>0.0384</c:v>
                </c:pt>
                <c:pt idx="4">
                  <c:v>0.2028</c:v>
                </c:pt>
                <c:pt idx="5">
                  <c:v>0.2883</c:v>
                </c:pt>
                <c:pt idx="6">
                  <c:v>0.4191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Big Ten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Big Ten: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521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Ohio State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28.7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7.6–1.4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10.1–1.9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Oregon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25.3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7.4–1.6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10.3–1.7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Indiana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7.2–1.8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10.2–1.8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Penn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6.4–2.6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9.3–2.7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Michigan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5.5–3.5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8.0–4.0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USC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17.0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5.5–3.5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8.4–3.6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Iowa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5.0–4.0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7.8–4.2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Wisconsin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4.5–4.5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6.5–5.5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Washington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4.2–4.8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Illinois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4.2–4.8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6.8–5.2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Nebraska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3.9–5.1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6.8–5.2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UCLA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3.2–5.8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5.0–7.0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Maryland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3.1–5.9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5.2–6.8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Michigan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2.9–6.1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4.5–7.5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Minnesota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2.7–6.3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5.1–6.9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Purdue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-0.9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2.6–6.4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4.1–7.9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Northwestern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2.6–6.4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5.0–7.0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Rutgers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-0.2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2.4–6.6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4.8–7.2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Ohio State (42%)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Ohio State vs Oregon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52%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Big Ten: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Ohio State wins the league in 42% of seasons; Oregon is next at 29%.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Rutgers's overall projection (4.8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