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 through two · machine and market agree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1.42 per play on 29 plays · Indiana's 79% P(10+) · market has him 8th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253 and four scores vs Rice · Notre Dame's 86% carries him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The 2025 prior keeps him top 4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Best blended line on the board (0.567) · USC's 16% P(10+) is the drag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–3.5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 · deserved TEX +5.6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 · deserved MICH +0.8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 · deserved TAMU +15.1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 · deserved BYU +16.4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 · deserved BAMA +22.4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 · vs the deserved margins: machine 23.6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Six points to Houston since August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–13.5 → –7.5 · CLV +6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–13.5 (Aug 23) → now –7.5 · CLV +6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59.5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–1.5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points to State in 48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1.4 to South Carolina — no play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–3.5 / 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-162 / Mississippi State +136 · Bov South Carolina -165 / Mississippi State +140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–7.5 → –3.5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–7.5 (Sep 11) → now –3.5 · CLV +4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Machine takes the home dog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+2.5 · CLV +4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+2.5 · CLV +4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Monster Under: 58.5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+3 · CLV +4.5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23) → now +3 · CLV +4.5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–3.5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