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5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png"/><Relationship Id="rId6" Type="http://schemas.openxmlformats.org/officeDocument/2006/relationships/image" Target="../media/image38.png"/><Relationship Id="rId7" Type="http://schemas.openxmlformats.org/officeDocument/2006/relationships/image" Target="../media/image9.png"/><Relationship Id="rId8" Type="http://schemas.openxmlformats.org/officeDocument/2006/relationships/image" Target="../media/image39.png"/><Relationship Id="rId9" Type="http://schemas.openxmlformats.org/officeDocument/2006/relationships/image" Target="../media/image19.png"/><Relationship Id="rId10" Type="http://schemas.openxmlformats.org/officeDocument/2006/relationships/image" Target="../media/image6.png"/><Relationship Id="rId11" Type="http://schemas.openxmlformats.org/officeDocument/2006/relationships/image" Target="../media/image4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luck = actual minus deserved margin per game · AP week 3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11879" y="15910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5910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15910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LUCK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5910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5910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5910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15910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LUCK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15910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7360" y="185166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18425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185623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185623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-3.6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85623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37360" y="21808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79" y="21717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0520" y="21854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21854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+12.6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21854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737360" y="2510028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79" y="250088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25146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25146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+6.6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25146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0" name="Oval 39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737360" y="2839212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11879" y="28300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0520" y="284378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9160" y="284378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+13.0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7800" y="284378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9" name="Oval 48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miam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37360" y="316839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1879" y="31592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60520" y="31729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9160" y="31729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+8.4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31729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7" name="Oval 56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37360" y="3497579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11879" y="34884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60520" y="350215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9160" y="350215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+4.2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350215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66" name="Oval 65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georg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37360" y="382676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79" y="38176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60520" y="3831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09160" y="3831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+1.2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57800" y="3831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74" name="Oval 73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737360" y="4155948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11879" y="414680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60520" y="4160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09160" y="4160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-4.3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57800" y="4160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83" name="Oval 8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1737360" y="4485131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11879" y="44759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60520" y="448970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09160" y="448970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+8.3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57800" y="448970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91" name="Oval 90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tennesse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737360" y="481431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11879" y="48051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60520" y="4818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709160" y="4818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+8.8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57800" y="4818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100" name="Oval 99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oreg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737360" y="51435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11879" y="51343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60520" y="5148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09160" y="5148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-7.5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257800" y="5148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108" name="Oval 107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texastec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1737360" y="5472683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11879" y="54635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160520" y="547725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09160" y="547725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+14.1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257800" y="547725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17" name="Oval 116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us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737360" y="5801868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11879" y="57927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160520" y="58064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709160" y="58064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-1.0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257800" y="58064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olemis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185166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0" y="18425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692640" y="185623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41280" y="185623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+4.3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789920" y="185623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34" name="Oval 133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5" name="Picture 134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7269480" y="21808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0" y="21717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692640" y="21854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41280" y="21854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+2.8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789920" y="21854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43" name="Oval 142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4" name="Picture 143" descr="florid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7269480" y="2510028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144000" y="250088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25146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41280" y="25146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+12.4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789920" y="25146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51" name="Oval 150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missour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7269480" y="2839212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0" y="28300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692640" y="284378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241280" y="284378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+12.1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789920" y="284378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60" name="Oval 159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penn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7269480" y="316839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144000" y="31592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692640" y="31729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241280" y="31729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+9.7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789920" y="31729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68" name="Oval 16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byu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7269480" y="3497579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144000" y="34884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692640" y="350215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0241280" y="350215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-5.4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789920" y="350215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77" name="Oval 176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8" name="Picture 177" descr="michiga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79" name="TextBox 178"/>
          <p:cNvSpPr txBox="1"/>
          <p:nvPr/>
        </p:nvSpPr>
        <p:spPr>
          <a:xfrm>
            <a:off x="7269480" y="382676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144000" y="38176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692640" y="3831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3831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-4.2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89920" y="3831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85" name="Oval 184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" name="Picture 185" descr="uta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87" name="TextBox 186"/>
          <p:cNvSpPr txBox="1"/>
          <p:nvPr/>
        </p:nvSpPr>
        <p:spPr>
          <a:xfrm>
            <a:off x="7269480" y="4155948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144000" y="414680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692640" y="4160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+4.3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241280" y="4160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+14.3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89920" y="4160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94" name="Oval 193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5" name="Picture 194" descr="aubur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96" name="TextBox 195"/>
          <p:cNvSpPr txBox="1"/>
          <p:nvPr/>
        </p:nvSpPr>
        <p:spPr>
          <a:xfrm>
            <a:off x="7269480" y="4485131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144000" y="44759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12.6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692640" y="448970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0241280" y="448970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+1.6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0789920" y="448970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202" name="Oval 201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3" name="Picture 202" descr="virginia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204" name="TextBox 203"/>
          <p:cNvSpPr txBox="1"/>
          <p:nvPr/>
        </p:nvSpPr>
        <p:spPr>
          <a:xfrm>
            <a:off x="7269480" y="481431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44000" y="48051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692640" y="4818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241280" y="4818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-2.1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789920" y="4818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211" name="Oval 210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smu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213" name="TextBox 212"/>
          <p:cNvSpPr txBox="1"/>
          <p:nvPr/>
        </p:nvSpPr>
        <p:spPr>
          <a:xfrm>
            <a:off x="7269480" y="51435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9144000" y="51343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692640" y="5148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0241280" y="5148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7321"/>
                </a:solidFill>
                <a:latin typeface="Arial"/>
              </a:rPr>
              <a:t>-10.4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0789920" y="5148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219" name="Oval 218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southcarolin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221" name="TextBox 220"/>
          <p:cNvSpPr txBox="1"/>
          <p:nvPr/>
        </p:nvSpPr>
        <p:spPr>
          <a:xfrm>
            <a:off x="7269480" y="5472683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9144000" y="54635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9692640" y="547725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0241280" y="547725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+0.7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10789920" y="547725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Oregon #11 vs AP #21 · Oklahoma #15 vs AP #24 · BYU #19 vs AP #11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Florida, Auburn, South Carolina   ·   Theirs, not ours: Iowa, Houston, Louisville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utg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21-28 at Boston College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7.1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44-3 vs Prairie View A&amp;M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iscons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36-9 vs Western Illinois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maryl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6.1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at UConn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6.5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45-9 vs Towson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clems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22-7 vs Georgia Southern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28-21 vs Rutgers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middletennesse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5.1 (3–7)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26-28 at Marshall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c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Doeren · NC State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yr 14 - 6-7 and 6-6 the last two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5.7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73-0 vs Richmond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P.J. Fleck 62 · Bill Belichick 62 · Bryant Vincent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 · market = DraftKings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41-of-45, 653 yards, 8 TD through two · machine and market agree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1.133 (48)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1.42 per play on 29 plays · Indiana's 79% P(10+) · market has him 8th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1.424 (29)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253 and four scores vs Rice · Notre Dame's 86% carries him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0.614 (51)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The 2025 prior keeps him top 4 · 278 in the loss at Texas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0.616 (64)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u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Best blended line on the board (0.567) · USC's 16% P(10+) is the drag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Jayden Maiava · USC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0.651 (90)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32.9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Devon Dampier 31.5 · Will Hammond 29.8 · Kevin Jennings 29.3 · Lincoln Kienholz 27.2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48.5 · market +550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(+650) · Malachi Toney (+1300) · Ryan Wingo · Trent Mosley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SEP 18–19,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Lubbock · Jones AT&amp;T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Tech –13   ·   –7.5 / –7.5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Louisville · L&amp;N Federal Credit Union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Louisville –1   ·   –1.5 /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Columbia · Williams-Brice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South Carolina –5   ·   –3.5 / –3.5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Auburn · Jordan-Hare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–0.5   ·   +2.5 / +2.5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Oxford · Vaught-Hemingway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 · lines as of Sep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2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closing line = last pre-kick pull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Ohio State at Texas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27–23 · FINAL Texas 24–23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–3.5 · closing Texas –1.5 · deserved TEX +5.6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2.5 · market off by 0.5 — market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Michigan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Oklahoma 23–21 · FINAL Michigan 17–10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Oklahoma –2 · closing Oklahoma –5.5 · deserved MICH +0.8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9 · market off by 12.5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A&amp;M 34–17 · FINAL Texas A&amp;M 48–20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A&amp;M –16.5 · closing Texas A&amp;M –14.5 · deserved TAMU +15.1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11.5 · market off by 13.5 — machine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at BYU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BYU 28–20 · FINAL BYU 28–17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BYU –8.5 · closing BYU –7.5 · deserved BYU +16.4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2.5 · market off by 3.5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Alabama at Kentucky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Alabama 31–18 · FINAL Alabama 45–17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Alabama –13 · closing Alabama –10 · deserved BAMA +22.4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15 · market off by 18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Machine 40.5 · market 48.0 · machine closer in 4, market 1, 0 tie · vs the deserved margins: machine 23.6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Season: machine 161.0 vs market 167.0 across 15 games · stated leans 4–2 · Michigan +5.5 won outright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Houston at Texas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Sep 18 · 8:00 ET · Lubbock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first litmus test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Fritz's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Hammond after the scare in Corvallis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Six points to Houston since August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5.5 to Tech — a small lean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Tech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Tech –380 · Houston +380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Tech +13.0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Bov Texas Tech -300 / Houston +270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38384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TTU 79%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21% HOU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–13.5 → –7.5 · CLV +6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–13.5 (Aug 23) → now –7.5 · CLV +6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Houston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Fritz, year 3 · the year-three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Weigman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81% back · 18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Weigman's legs vs the rebuilt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45 times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Hammond throw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trenches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McGuire,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Hammond, back from the ACL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53% back · portal-built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Hammond's second real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J'Koby Williams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defense vs a real offense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ouisvi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Louisville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3:30 ET · Louisville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ACC's biggest non-Miami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Jennings,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Brohm's coin-flip problem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Monster Under: 59.5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Louisville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Louisville –115 · SMU +115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Louisville +1.1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Louisville -115 / SMU -105 · Bov Louisville -115 / SMU -105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LOU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23) → now –1.5 · CLV +0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Lashlee, year 5 · 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Jennings, year-three 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57% back · 15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Jennings vs the bust-prone back end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Jennings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takeaway ledger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Explosives, not long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Kienholz, third QB1 in three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 · 33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Ride the Browns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 coverage busts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Kienholz keeps it clean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one-score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outhcarol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4:15 ET · Columbia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hot seats, one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Kamario Taylor's breakout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Sellers hasn't thrown yet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Four points to State in 48 hours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1.4 to South Carolina — no play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South Carolina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South Carolina –169 · Mississippi State +169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South Carolina +4.9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–3.5 / –3.5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South Carolina -162 / Mississippi State +136 · Bov South Carolina -165 / Mississippi State +140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730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SCAR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MSST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–7.5 → –3.5 · CLV +4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–7.5 (Sep 11) → now –3.5 · CLV +4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 · Arnett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sophomore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34%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legs and arm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Arnett's defense vs Sellers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turnover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uthcaro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South Carolina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Beamer, year 6 · new OC Briles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Sellers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Sellers throw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Sellers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Harbor deep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Stewart off the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Florida at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7:00 ET · Auburn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first-year coaches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Machine takes the home dog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Byrum Brown vs Aaron Philo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Jordan-Hare at night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Auburn +2.5 — research,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–110 · Florida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+2.5 / +2.5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+120 / Florida -142 · Bov Auburn +115 / Florida -135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FLA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+2.5 · CLV +4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23) → now +2.5 · CLV +4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Baugh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White's front vs Brown's legs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Fourth-down conviction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Golesh · Durkin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14% back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Durkin's defense at home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without turnovers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LSU at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7:30 ET · Oxford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Kiffin returns to Oxford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Home team five straight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Leavitt's three picks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Monster Under: 58.5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2.2 to LSU — quibble · Monster Under 58.5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+166 · LSU –166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+130 / LSU -155 · Bov Ole Miss +130 / LSU -165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146657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38%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62% LSU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+3 · CLV +4.5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23) → now +3 · CLV +4.5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 · 44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Leavitt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Baker's front vs Chambliss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Kiffin's tempo in his old 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Chambliss escape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Lacy runs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patched secondary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–7.5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–3.5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+2.5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Sacramento State +27.5 vs North Dakota State · ML +2500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Utah State +28.5 at #17 Utah · ML +2000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 pay only on the win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