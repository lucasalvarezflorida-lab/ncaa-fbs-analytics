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–9.5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+2.5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Houston since August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3.5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–9.5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ML not posted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ADCFC"/>
                </a:solidFill>
                <a:latin typeface="Arial"/>
              </a:rPr>
              <a:t>total not posted yet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–13.5 → –9.5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–13.5 (Aug 23) → now –9.5 · CLV +4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59.5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-120 / SMU +100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–1.5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State in 48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-175 / Mississippi State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–7.5 → –3.5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–7.5 (Sep 11) → now –3.5 · CLV +4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Machine takes the home dog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+114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+2.5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+2.5 · CLV +4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2.7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+120 / LSU -142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+2.5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+2.5 · CLV +4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total not posted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–9.5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+26.5 vs North Dakota State · ML +2000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+27.5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