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5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5.png"/><Relationship Id="rId8" Type="http://schemas.openxmlformats.org/officeDocument/2006/relationships/image" Target="../media/image16.png"/><Relationship Id="rId9" Type="http://schemas.openxmlformats.org/officeDocument/2006/relationships/image" Target="../media/image22.png"/><Relationship Id="rId10" Type="http://schemas.openxmlformats.org/officeDocument/2006/relationships/image" Target="../media/image8.png"/><Relationship Id="rId11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20.png"/><Relationship Id="rId6" Type="http://schemas.openxmlformats.org/officeDocument/2006/relationships/image" Target="../media/image38.png"/><Relationship Id="rId7" Type="http://schemas.openxmlformats.org/officeDocument/2006/relationships/image" Target="../media/image9.png"/><Relationship Id="rId8" Type="http://schemas.openxmlformats.org/officeDocument/2006/relationships/image" Target="../media/image39.png"/><Relationship Id="rId9" Type="http://schemas.openxmlformats.org/officeDocument/2006/relationships/image" Target="../media/image19.png"/><Relationship Id="rId10" Type="http://schemas.openxmlformats.org/officeDocument/2006/relationships/image" Target="../media/image6.png"/><Relationship Id="rId11" Type="http://schemas.openxmlformats.org/officeDocument/2006/relationships/image" Target="../media/image4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5.png"/><Relationship Id="rId8" Type="http://schemas.openxmlformats.org/officeDocument/2006/relationships/image" Target="../media/image16.png"/><Relationship Id="rId9" Type="http://schemas.openxmlformats.org/officeDocument/2006/relationships/image" Target="../media/image22.png"/><Relationship Id="rId10" Type="http://schemas.openxmlformats.org/officeDocument/2006/relationships/image" Target="../media/image8.png"/><Relationship Id="rId11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vs preseason · AP week 3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miam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alabam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georgi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s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nnesse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orego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-8.0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texastech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usc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olemis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klahom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24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florid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missouri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pennsta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byu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michigan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utah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12.8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aubur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virginia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mu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southcarolin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08776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Biggest splits: Oregon #11 vs AP #21 · Oklahoma #15 vs AP #24 · BYU #19 vs AP #11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Ours, not theirs: Florida, Auburn, South Carolina   ·   Theirs, not ours: Iowa, Houston, Louisville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24-27 vs 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rutg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3.4 (2–5)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-7.7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21-28 at Boston College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7.1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44-3 vs Prairie View A&amp;M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wiscons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67%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36-9 vs Western Illinois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maryla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65%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6.1 (4–8)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38-14 at UConn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6.5 (5–8)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45-9 vs Towson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clems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-5.0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22-7 vs Georgia Southern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3.9 (2–6)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28-21 vs Rutgers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middletennesse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40%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5.1 (3–7)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26-28 at Marshall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nc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Doeren · NC State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yr 14 - 6-7 and 6-6 the last two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5.7 (4–8)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73-0 vs Richmond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P.J. Fleck 62 · Bill Belichick 62 · Bryant Vincent 62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 · market = DraftKings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41-of-45, 653 yards, 8 TD through two · machine and market agree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1.133 (48)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48.5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ndi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1.42 per play on 29 plays · Indiana's 79% P(10+) · market has him 8th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1.424 (29)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47.1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+1700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25146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3" name="Oval 42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253 and four scores vs Rice · Notre Dame's 86% carries him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0.614 (51)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86%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44.4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308152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6" name="Oval 55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The 2025 prior keeps him top 4 · 278 in the loss at Texas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0.616 (64)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0.566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43.1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+1500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12680" y="364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70" name="Oval 69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us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Best blended line on the board (0.567) · USC's 16% P(10+) is the drag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Jayden Maiava · USC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0.651 (90)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0.517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0.567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16%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32.9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7532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+1900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12680" y="42153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Devon Dampier 31.5 · Will Hammond 29.8 · Kevin Jennings 29.3 · Lincoln Kienholz 27.2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48.5 · market +550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(+650) · Malachi Toney (+1300) · Ryan Wingo · Trent Mosley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SEP 18–19,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Houston at Texas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Lubbock · Jones AT&amp;T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Tech –13   ·   –7.5 / –7.5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SMU at Louisville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Louisville · L&amp;N Federal Credit Union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Louisville –1   ·   –1.5 / –1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Columbia · Williams-Brice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South Carolina –5   ·   –3.5 / –3.5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Florida at Auburn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Auburn · Jordan-Hare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Auburn –0.5   ·   +2.5 / +2.5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LSU at Ole Miss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Oxford · Vaught-Hemingway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LSU –5   ·   +3 / +3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Machine = our in-season rating + 2.5 home field · lines as of Sep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2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closing line = last pre-kick pull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Ohio State at Texas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Texas 27–23 · FINAL Texas 24–23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–3.5 · closing Texas –1.5 · deserved TEX +5.6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2.5 · market off by 0.5 — market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Oklahoma at Michigan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Oklahoma 23–21 · FINAL Michigan 17–10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Oklahoma –2 · closing Oklahoma –5.5 · deserved MICH +0.8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9 · market off by 12.5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Texas A&amp;M 34–17 · FINAL Texas A&amp;M 48–20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A&amp;M –16.5 · closing Texas A&amp;M –14.5 · deserved TAMU +15.1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11.5 · market off by 13.5 — machine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Arizona at BYU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BYU 28–20 · FINAL BYU 28–17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BYU –8.5 · closing BYU –7.5 · deserved BYU +16.4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2.5 · market off by 3.5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Alabama at Kentucky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Alabama 31–18 · FINAL Alabama 45–17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Alabama –13 · closing Alabama –10 · deserved BAMA +22.4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15 · market off by 18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Machine 40.5 · market 48.0 · machine closer in 4, market 1, 0 tie · vs the deserved margins: machine 23.6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Season: machine 161.0 vs market 167.0 across 15 games · stated leans 4–2 · Michigan +5.5 won outright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Houston at Texas 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Sep 18 · 8:00 ET · Lubbock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Big 12's first litmus test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Fritz's year three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Hammond after the scare in Corvallis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Six points to Houston since August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5.5 to Tech — a small lean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Tech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Tech –380 · Houston +380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Tech +13.0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Bov Texas Tech -300 / Houston +270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Tech 33 – Houston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383840" cy="365760"/>
          </a:xfrm>
          <a:prstGeom prst="round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TTU 79%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21% HOU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Houston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Houston at Texas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Fritz, year 3 · the year-three 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Weigman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81% back · 18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Weigman's legs vs the rebuilt front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45 times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Hammond throw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trenches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Houston at Texas Tech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Houston at Texas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McGuire,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Hammond, back from the ACL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53% back · portal-built defense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Hammond's second real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J'Koby Williams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portal defense vs a real offense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drives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Houston at Texas Tech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ouisvil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SMU at Louisville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3:30 ET · Louisville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ACC's biggest non-Miami game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Jennings, year three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Brohm's coin-flip problem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Monster Under: 59.5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Machine = market · Monster Under 59.5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Louisville –1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Louisville –115 · SMU +115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Louisville +1.1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Louisville -115 / SMU -105 · Bov Louisville -115 / SMU -105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Louisville 30 – SMU 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629460" cy="365760"/>
          </a:xfrm>
          <a:prstGeom prst="roundRect">
            <a:avLst/>
          </a:prstGeom>
          <a:solidFill>
            <a:srgbClr val="AD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LOU 54%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46% SMU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Lashlee, year 5 · coordinator troikas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Jennings, year-three starter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57% back · 15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Jennings vs the bust-prone back end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Jennings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takeaway ledger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Explosives, not long drives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SMU at Louisville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Louisville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Brohm,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Kienholz, third QB1 in three 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 · 33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Ride the Browns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No coverage busts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Kienholz keeps it clean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one-score game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SMU at Louisville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southcarol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4:15 ET · Columbia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Two hot seats, one game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Kamario Taylor's breakout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Sellers hasn't thrown yet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Four points to State in 48 hours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1.4 to South Carolina — no play · Monster Under 59.5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South Carolina –5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South Carolina –169 · Mississippi State +169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South Carolina +4.9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–3.5 / –3.5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South Carolina -162 / Mississippi State +136 · Bov South Carolina -165 / Mississippi State +140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South Carolina 32 – Mississippi State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5D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01037" cy="365760"/>
          </a:xfrm>
          <a:prstGeom prst="roundRect">
            <a:avLst/>
          </a:prstGeom>
          <a:solidFill>
            <a:srgbClr val="730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SCAR 63%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37% MSST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Mississippi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Mississippi State at South Carolina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Lebby, year 3 · Arnett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Kamario Taylor, sophomore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34% back · 28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Taylor's legs and arm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Bothwell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Arnett's defense vs Sellers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turnover ledger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Mississippi State at South Carolina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uthcarol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South Carolina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Mississippi State at South Carolina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Beamer, year 6 · new OC Briles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Sellers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 · 26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Let Sellers throw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Sellers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Harbor deep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Stewart off the 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Mississippi State at South Carolina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Florida at Auburn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7:00 ET · Auburn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Two first-year coaches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Machine takes the home dog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Byrum Brown vs Aaron Philo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Jordan-Hare at night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Lean Auburn +2.5 — research, not a 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Auburn –0.5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 –110 · Florida +110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Auburn +0.7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+2.5 / +2.5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Auburn +120 / Florida -142 · Bov Auburn +115 / Florida -135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Auburn 27 – Florida 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2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569110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AUB 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48% FLA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Florida at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Sumrall (Tulane)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Aaron Philo,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 · 27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Philo's first road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Baugh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White's front vs Brown's legs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Fourth-down conviction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Florida at Auburn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Florida at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Golesh · Durkin kept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Byrum Brown (USF)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14% back · 39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Brown's legs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Ball security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Durkin's defense at home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Tempo without turnovers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Florida at Auburn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LSU at Ole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7:30 ET · Oxford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Kiffin returns to Oxford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Home team five straight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Leavitt's three picks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Monster Under: 58.5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2.2 to LSU — quibble · Monster Under 58.5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 +166 · LSU –166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+5.2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 / 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Ole Miss +130 / LSU -155 · Bov Ole Miss +130 / LSU -165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LSU 32 – Ole Miss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146657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MISS 38%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62% LSU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LSU at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Kiffin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Sam Leavitt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21% back · 44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Leavitt's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Leavitt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Baker's front vs Chambliss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Kiffin's tempo in his old 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LSU at Ole Miss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LSU at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Golding, promoted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Chambliss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50% back · 28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Let Chambliss escape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Lacy runs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patched secondary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Special teams 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LSU at Ole Miss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Houston at Texas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Tech 33 – Houston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–7.5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SMU at Louisville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Louisville 30 – SMU 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South Carolina 32 – Mississippi State 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–3.5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Florida at Auburn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Auburn 27 – Florida 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+2.5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LSU at Ole Miss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LSU 32 – Ole Miss 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Sacramento State +27.5 vs North Dakota State · ML +2500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Utah State +28.5 at #17 Utah · ML +2000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 pay only on the win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