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TD, 0 INT through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19-of-27, 376 yards, 8 TD, 0 INT through two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35-of-49, 492 yards, 6 TD, 0 INT · 253 and 4 TD vs Rice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38-of-57, 598 yards, 4 TD, 1 INT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67-of-83, 896 yards, 10 TD, 1 INT through three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–4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 · deserved TEX +5.6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 · deserved MICH +0.8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 · deserved TAMU +15.1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 · deserved BYU +16.4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 · deserved BAMA +22.4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 · vs the deserved margins: machine 23.6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0.9 to South Carolina — no play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–4 / –3.5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-180 / Mississippi State +150 · Bov South Carolina -165 / Mississippi State +140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59.5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+2200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+2200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