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TD, 0 INT through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19-of-27, 376 yards, 8 TD, 0 INT through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35-of-49, 492 yards, 6 TD, 0 INT · 253 and 4 TD vs Rice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38-of-57, 598 yards, 4 TD, 1 INT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67-of-83, 896 yards, 10 TD, 1 INT through three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straight for Tech in the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Both offenses score fast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Arnett's defense, back in Starkville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-162 / Mississippi State +136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Auburn's rebuilt lines vs Florida's front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55–49 or 24–19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