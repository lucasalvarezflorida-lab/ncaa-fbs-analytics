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P(champ)</c:v>
                </c:pt>
              </c:strCache>
            </c:strRef>
          </c:tx>
          <c:spPr>
            <a:solidFill>
              <a:srgbClr val="F47321"/>
            </a:solidFill>
          </c:spPr>
          <c:cat>
            <c:strRef>
              <c:f>Sheet1!$A$2:$A$8</c:f>
              <c:strCache>
                <c:ptCount val="7"/>
                <c:pt idx="0">
                  <c:v>Bowling Green</c:v>
                </c:pt>
                <c:pt idx="1">
                  <c:v>Central Michigan</c:v>
                </c:pt>
                <c:pt idx="2">
                  <c:v>Buffalo</c:v>
                </c:pt>
                <c:pt idx="3">
                  <c:v>Ohio</c:v>
                </c:pt>
                <c:pt idx="4">
                  <c:v>Miami (OH)</c:v>
                </c:pt>
                <c:pt idx="5">
                  <c:v>Western Michigan</c:v>
                </c:pt>
                <c:pt idx="6">
                  <c:v>Toledo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0.0146</c:v>
                </c:pt>
                <c:pt idx="1">
                  <c:v>0.0226</c:v>
                </c:pt>
                <c:pt idx="2">
                  <c:v>0.0475</c:v>
                </c:pt>
                <c:pt idx="3">
                  <c:v>0.115</c:v>
                </c:pt>
                <c:pt idx="4">
                  <c:v>0.1627</c:v>
                </c:pt>
                <c:pt idx="5">
                  <c:v>0.2767</c:v>
                </c:pt>
                <c:pt idx="6">
                  <c:v>0.3459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16273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NCAA FBS ANALYTICS · CONFERENCE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Mid-American — 2026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Projected standings, title race, and championship odds</a:t>
            </a:r>
          </a:p>
          <a:p>
            <a:pPr algn="l"/>
            <a:r>
              <a:rPr sz="1500" b="0" i="0">
                <a:solidFill>
                  <a:srgbClr val="CADCFC"/>
                </a:solidFill>
                <a:latin typeface="Arial"/>
              </a:rPr>
              <a:t>10,000 joint simulated seasons · ESPN 2026 preseason FPI prior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Mid-American: projected standings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7863839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405"/>
                <a:gridCol w="2539365"/>
                <a:gridCol w="737235"/>
                <a:gridCol w="1105852"/>
                <a:gridCol w="1105852"/>
                <a:gridCol w="819150"/>
                <a:gridCol w="9829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FPI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Conf W–L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P(CG)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P(Champ)</a:t>
                      </a:r>
                    </a:p>
                  </a:txBody>
                  <a:tcPr>
                    <a:solidFill>
                      <a:srgbClr val="0A285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Toledo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-3.0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5.9–2.1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8.4–3.6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6273D"/>
                          </a:solidFill>
                          <a:latin typeface="Arial"/>
                        </a:rPr>
                        <a:t>Western Michigan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-4.0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5.7–2.3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7.8–4.2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solidFill>
                      <a:srgbClr val="FDE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Miami (OH)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5.3–2.7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7.2–4.8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Ohio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-8.0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5.0–3.0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7.2–4.8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Sacramento State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4.7–3.3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6.6–5.4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Buffalo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-10.8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4.2–3.8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6.7–5.3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Central Michigan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5.5–6.5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Bowling Green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-13.7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3.5–4.5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4.8–7.2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Akron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2.9–5.1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4.1–7.9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Eastern Michigan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-16.3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2.9–5.1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4.5–7.5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Ball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2.8–5.2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4.0–8.0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Kent State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-17.9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2.7–5.3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3.8–8.2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Massachusetts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-18.8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2.6–5.4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4.8–7.2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6273D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961120" y="1371600"/>
            <a:ext cx="26517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Favorite: Toledo (35%)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Projected title game: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Toledo vs Western Michigan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Split: champion ≠ best overall record in 55% of seasons.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Shaded rows = projected CG pair.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* title-ineligible (transition)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Mid-American: the title race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8016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95360" y="1645920"/>
            <a:ext cx="30175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Toledo wins the league in 35% of seasons; Western Michigan is next at 28%.</a:t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/>
            </a:r>
          </a:p>
          <a:p>
            <a:pPr algn="l"/>
            <a:r>
              <a:rPr sz="1200" b="0" i="0">
                <a:solidFill>
                  <a:srgbClr val="5C6B7E"/>
                </a:solidFill>
                <a:latin typeface="Arial"/>
              </a:rPr>
              <a:t>Schedule note: Massachusetts's overall projection (4.8 wins) outruns its conference finish — draw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