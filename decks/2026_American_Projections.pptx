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P(champ)</c:v>
                </c:pt>
              </c:strCache>
            </c:strRef>
          </c:tx>
          <c:spPr>
            <a:solidFill>
              <a:srgbClr val="F47321"/>
            </a:solidFill>
          </c:spPr>
          <c:cat>
            <c:strRef>
              <c:f>Sheet1!$A$2:$A$11</c:f>
              <c:strCache>
                <c:ptCount val="10"/>
                <c:pt idx="0">
                  <c:v>Temple</c:v>
                </c:pt>
                <c:pt idx="1">
                  <c:v>Tulsa</c:v>
                </c:pt>
                <c:pt idx="2">
                  <c:v>Army</c:v>
                </c:pt>
                <c:pt idx="3">
                  <c:v>North Texas</c:v>
                </c:pt>
                <c:pt idx="4">
                  <c:v>UTSA</c:v>
                </c:pt>
                <c:pt idx="5">
                  <c:v>Memphis</c:v>
                </c:pt>
                <c:pt idx="6">
                  <c:v>South Florida</c:v>
                </c:pt>
                <c:pt idx="7">
                  <c:v>Navy</c:v>
                </c:pt>
                <c:pt idx="8">
                  <c:v>East Carolina</c:v>
                </c:pt>
                <c:pt idx="9">
                  <c:v>Tulane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0.0085</c:v>
                </c:pt>
                <c:pt idx="1">
                  <c:v>0.0091</c:v>
                </c:pt>
                <c:pt idx="2">
                  <c:v>0.0255</c:v>
                </c:pt>
                <c:pt idx="3">
                  <c:v>0.0304</c:v>
                </c:pt>
                <c:pt idx="4">
                  <c:v>0.0361</c:v>
                </c:pt>
                <c:pt idx="5">
                  <c:v>0.0748</c:v>
                </c:pt>
                <c:pt idx="6">
                  <c:v>0.1127</c:v>
                </c:pt>
                <c:pt idx="7">
                  <c:v>0.201</c:v>
                </c:pt>
                <c:pt idx="8">
                  <c:v>0.2025</c:v>
                </c:pt>
                <c:pt idx="9">
                  <c:v>0.2956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solidFill>
                    <a:srgbClr val="16273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NCAA FBS ANALYTICS · CONFERENCE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American — 2026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Projected standings, title race, and championship odds</a:t>
            </a:r>
          </a:p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10,000 joint simulated seasons · ESPN 2026 preseason FPI prior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American: projected standings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34440"/>
          <a:ext cx="7863839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405"/>
                <a:gridCol w="2539365"/>
                <a:gridCol w="737235"/>
                <a:gridCol w="1105852"/>
                <a:gridCol w="1105852"/>
                <a:gridCol w="819150"/>
                <a:gridCol w="98298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FPI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Conf W–L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Overall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P(CG)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P(Champ)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273D"/>
                          </a:solidFill>
                          <a:latin typeface="Arial"/>
                        </a:rPr>
                        <a:t>Tulane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2.3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6.0–2.0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8.4–3.6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273D"/>
                          </a:solidFill>
                          <a:latin typeface="Arial"/>
                        </a:rPr>
                        <a:t>Navy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-0.7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5.8–2.2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7.4–3.6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42%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East Carolina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5.7–2.3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8.1–3.9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South Florida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-0.9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5.0–3.0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8.5–3.5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Memphis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4.7–3.3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7.0–5.0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North Texas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-6.4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4.4–3.6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6.1–5.9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UTSA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4.4–3.6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6.5–5.5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Army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-5.6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4.0–4.0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6.4–5.6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Temple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3.6–4.4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5.6–6.4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Tulsa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-9.0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3.6–4.4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5.6–6.4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Florida Atlantic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2.7–5.3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5.0–7.0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Rice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-13.4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2.3–5.7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3.8–8.2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Charlotte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2.0–6.0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3.6–8.4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UAB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-15.5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1.8–6.2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3.8–8.2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961120" y="1371600"/>
            <a:ext cx="2651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Favorite: Tulane (30%)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Projected title game: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Tulane vs Navy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Split: champion ≠ best overall record in 61% of seasons.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Shaded rows = projected CG pair.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American: the title race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8016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017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Tulane wins the league in 30% of seasons; East Carolina is next at 20%.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Schedule note: South Florida's overall projection (8.5 wins) outruns its conference finish — draw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