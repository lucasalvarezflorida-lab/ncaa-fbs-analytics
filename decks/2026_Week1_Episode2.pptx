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2 · WEEK 1 · SEP 5–7,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Baylor vs Auburn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Atlanta · Mercedes-Benz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Auburn –5.5   ·   –7.5 / –7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Clemson at LSU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Baton Rouge · Tiger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LSU –9   ·   –10 / –10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Louisville vs Ole Miss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Nashville · Nissan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Ole Miss –6.5   ·   –7 / –7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Wisconsin vs Notre Dame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Green Bay · Lambeau Field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ND –21   ·   –20.5 / –20.5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SMU at Florida State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Tallahassee · Doak Campbell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FSU –0.5   ·   +3 / +3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ESPN 2026 preseason FPI + 2.5 HFA, empirical margin curve (σ 17.9, 2021–25 fit) · lines as of Sep 1 · model plays graded vs first-seen 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0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Our call frozen at kickoff · closing line = last pre-kick pull (Sat 10:16 ET) · “off by”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North Carolina vs TCU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TCU 25–23 · FINAL UNC 15–10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TCU –1.5 · closing TCU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6.5 · market off by 12.5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NC State at Virginia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UVA 30–23 · FINAL UVA 34–8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UVA –6.5 · closing UVA –4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19.5 · market off by 22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Jacksonville State at NDSU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NDSU 25–22 · FINAL NDSU 33–7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NDSU –2.5 · closing NDSU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23.5 · market off by 19.5 — market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hawai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stanfo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Hawai'i at Stanford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Stanford 26–24 · FINAL Stanford 37–27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Stanford –1.5 · closing Stanford –4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8.5 · market off by 6 — market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memph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unlv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Memphis at UNLV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UNLV 32–26 · FINAL Memphis 27–21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UNLV –6 · closing UNLV –4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12 · market off by 10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Total miss across five games: machine 70.0 points, closing market 70.0 — a literal dead heat. Stated leans 1–2, the win coming where we disagreed with the market most (UNC, 18 points of win prob). Week 0 went UNDER in 4 of 5 · σ 17.9 — one week proves nothing either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Baylor vs Auburn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5 · 3:30 ET · neutral site · Golesh's Auburn debut · Lagway's Baylor debut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rebooted programs on a neutral floor: Golesh's Auburn debut vs the biggest QB get in Baylor history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card's starkest contrast — Auburn returns 14% of production (39 portal adds), Baylor returns 60%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Lagway's health is the single biggest variable in the Big 12 season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59.5 total is top-decile — five years of closing lines say that class of game goes UNDER 55% of the 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Both sidelines are running year-one installs the preseason numbers can't see — and the machine's prior hasn't ingested a single 2026 snap yet (first in-season FPI refresh lands Tuesday). Machine −5.5 vs market −7 is a quibble, not a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Auburn –5.5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Auburn –168 · Baylor +168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Auburn +5.5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Auburn -285 / Baylor +230 · Bov Auburn -270 / Baylor +220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Auburn 33 – Baylor 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154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01037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AUB 63%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37% BAY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–7.5 · CLV -1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–7.5 · CLV -1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Baylor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Baylor vs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Aranda, year 6 — seat survived; new DC Klanderman (K-State)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DJ Lagway (Florida), biggest transfer get in program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60% of offensive production back — most on this card · 31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Keep Lagway upright and healthy — everything else is decoration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Beat the sim pressures on early downs; don't let Durkin tee off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Steal a possession with tempo of your own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Make Auburn's first-year offense play from behind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Baylor vs Auburn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Baylor vs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Alex Golesh (USF) · Durkin RETAINED as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and unsettled — open room after the Knight exit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14% back — most retooled roster on the card · 39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Lean on the defense that didn't change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without turnovers — install-week ball security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Feed the tight ends where Golesh's system lives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the defensive line end drives on third down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Baylor vs Auburn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Clemson at LSU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5 · 7:30 ET · Kiffin's first game at LSU · Death Valley at night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biggest coaching debut of the season: Kiffin left a 13-win CFP team for this — first drive at night in Death Valley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Dabo answers his worst season in 15 years with a throwback: Morris back as OC, first-year QB Vizzina — and Clemson opens UNRANKED vs No. 11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Opposite repair jobs: LSU rebuilt with 44 transfers (21% back), Clemson added just 11 (41% back) — Saturday tells us which was right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market opened −11.5 and has walked to −10, toward the machine's −9 all week — and the loser burns a playoff mulligan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machine's −9.1 is a preseason guess about a program running its second system and second staff inside one calendar year — and Clemson's offense is just as new. Install-week variance says treat every number here gently; 30–21 is a margin on a market total, not a script.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 –231 · Clemson +231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–10 / –10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LSU -375 / Clemson +295 · Bov LSU -480 / Clemson +350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LSU 30 – Clemson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F66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LSU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CLEM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–10.5 → –10 · CLV +0.5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–10.5 (Aug 18) → now –10 · opened –11.5 · CLV +0.5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Clemson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Clemson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Dabo, year 18 — Chad Morris returns as OC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Vizzina, first-year starter post-Klubnik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41% back · just 11 portal adds — still portal-light by choice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Allen's defense set the terms — the only unit on this field that never stopped being itself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Give Vizzina his pressure answers BEFORE the snap: quick game and screens, no improvising against Baker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explosives — don't trade field goals with LSU's skill talent; the top-5 blue-chip roster has to cash as big plays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Silence the crowd on third down — remove Death Valley's 2.5 and the machine has this at only 6.6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Clemson at LSU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Clemson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Lane Kiffin, off Ole Miss's 13-win CFP season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Sam Leavitt (Arizona State), the spring's biggest QB move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21% back · 44 portal adds — the biggest retool here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Leavitt — the portal-built OL on a short runway is the bet of the entire season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early: force Allen's 4-2-5 to line up plain before the disguises load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Baker hunt — SP+'s projected No. 2 defense against a first-career-start QB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Finish in the red zone: settling for field goals keeps an unranked underdog alive all night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Clemson at LSU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Louisville vs Ole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Sun Sep 6 · 7:30 ET · neutral site · Golding's debut as the head man · Chambliss back after the eligibility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Golding's first game as the head man — keeping a 13-win CFP program's identity after Kiffin left with it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Chambliss is the rare continuity star (50% of production back); Brohm counters with his third new QB1 in three years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Sunday night in Nashville — neutral on paper, Ole Miss crowd in practice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Both need this one: Louisville's easiest big-name scalp; Ole Miss defending the CFP-program label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market opened −8.5 and walked to −6.5/−7 — it has come to the machine's −6.5. That's agreement, not edge. And nothing in a preseason prior prices a first-year head coach's game management on a Sunday neutral floor.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Ole Miss –6.5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Ole Miss –184 · Louisville +184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Ole Miss +6.5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 / –7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Ole Miss -265 / Louisville +215 · Bov Ole Miss -270 / Louisville +220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Ole Miss 31 – Louisville 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AD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61388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MISS 65%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35% LOU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 · opened –8.5 · CLV -0.5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Louisville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Louisville vs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Brohm,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Kienholz: third QB1 in three years, least-proven yet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35% back · 33 portal adds — the annual Brohm re-skin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Ride the run game and keep Chambliss on the sideline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No coverage busts — the season-long bug can't show up here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Pressure with the edges, not blitz-and-bust gambles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Keep Kienholz's menu short and make an early lead real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Louisville vs Ole Miss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Louisville vs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Pete Golding, promoted; kept the defensive spine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Chambliss, SEC Newcomer of the Year; won his eligibility appeal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50% back · 28 portal adds — the spine stayed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Chambliss escape — the off-script plays are the edge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Interior line vs Louisville's backfield: end the run game early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the Brohm defense into simple, static looks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field position all night on a neutral floor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Louisville vs Ole Miss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Wisconsin vs Notre Dame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Sun Sep 6 · 7:30 ET · neutral site · the 'Leave No Doubt' tour opens · Fickell's survival season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revenge tour begins — 'Leave No Doubt' opens at Lambeau Field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ND is the card's continuity outlier: Carr in year two, 51% of production back, just 7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Fickell's survival season starts as a 20-point dog, with a new QB again (Joseph, 31% back)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 No. 1-seed résumé game for the Irish; a cover is Wisconsin's moral win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Housekeeping: our ledger's July first-seen on this game is a known CFBD sides-flip data error, so the honest movement read is the opener — Bovada hung −16.5 and the market walked it to −20.5, four points toward the Irish. Machine −21.1, market −20.5: nothing to do but watch.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ND –21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ND –697 · Wisconsin +697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ND +21.1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–20.5 / –20.5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ND -1650 / Wisconsin +950 · Bov ND -2500 / Wisconsin +1000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ND 34 – Wisconsin 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625242" cy="365760"/>
          </a:xfrm>
          <a:prstGeom prst="round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ND 87%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13% WIS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–16.5 → –20.5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opened –16.5 → now –20.5 (first-seen excluded: sides-flip data error)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Wisconsin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Wisconsin vs Notre Dame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Fickell, year 4 — survival season; the Air Raid detour is dead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Colton Joseph (Old Dominion), a real dual threat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31% back · 33 portal adds — retooled around a veteran OL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Shorten the game: long drives, no clock stoppages, no gifts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Find counters vs a tite front built to erase the run-first pivot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Joseph's legs on third-and-medium — the one chain-mover that travels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Force Carr to beat the 3-3-5 from the pocket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Wisconsin vs Notre Dame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otred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Notre Dame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Wisconsin vs Notre Dame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Freeman — full staff and identity continuity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CJ Carr, year two: the top-10's likeliest QB leap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51% back · just 7 portal adds — the continuity program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Post-Love backfield: prove the duo/counter identity early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Carr in rhythm — play-action on schedule, nothing forced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Erase explosives; make Wisconsin play 12-play drives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'Leave No Doubt' means no scoreboard mercy — bury it early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Wisconsin vs Notre Dame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SMU at Florida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Mon Sep 7 · 7:30 ET · Labor Day nightcap · ON THE UPSET BOARD —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Monday night, alone on the calendar — the week's last word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FSU's 36-month whiplash (CFP → 2–10 → reset) meets SMU's post-CFP expectations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SMU kept the roster (57% back) but lost both coordinators; FSU kept Norvell but reloads via portal again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RED ALERT: the machine takes the home dog outright — FSU 52%, market 42%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Respect the backtest: RED alerts hit 49.7% ATS across 2023–25 — below break-even. The flag is a research shortlist, not a pick. And FSU's 36-month whiplash (CFP → 2–10 → reset) makes its preseason prior the least trustworthy number on this 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FSU –0.5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FSU –110 · SMU +110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FSU +0.7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+3 / +3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FSU +136 / SMU -162 · Bov FSU +145 / SMU -170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FSU 27 – SMU 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569110" cy="365760"/>
          </a:xfrm>
          <a:prstGeom prst="roundRect">
            <a:avLst/>
          </a:prstGeom>
          <a:solidFill>
            <a:srgbClr val="782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FSU 52%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48% SMU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+2.5 → +3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+2.5 (Aug 18) → now +3 · CLV -0.5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Florida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Lashlee, year 5 — both coordinators left; co-coordinator troikas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post-Jennings; the system made 3 straight top-25 offenses with 3 QBs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57% back · 15 portal adds — kept the roster, lost the callers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troika can call it: tempo and spacing from drive one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the new quarterback against a rebuilt FSU front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Explosives, not field goals — White's 3-3-5 bends on purpose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the takeaway ledger: the gambling profile has to cash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SMU at Florida State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Florida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Norvell, year 7 — Harris promoted to OC (Malzahn retired)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veteran portal room again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40% back · 22 portal adds — another portal reload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it with the portal front — make it physical early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Quarterback run as the cheat code in Norvell's heavier hand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No boom-bust: field position over hero ball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Start fast and let the Monday-night Doak crowd matter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SMU at Florida State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2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5681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Baylor vs Auburn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6537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Auburn 33 – Baylor 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–7.5 / –7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8833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Clemson at LSU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9689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LSU 30 – Clemson 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–10 / –10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198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Louisville vs Ole Miss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2841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Ole Miss 31 – Louisville 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 / –7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5137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Wisconsin vs Notre Dame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5993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ND 34 – Wisconsin 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–20.5 / –20.5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828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SMU at Florida State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9145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FSU 27 – SMU 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+3 / +3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96127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96127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Coastal Carolina +21 at West Virginia · ML +950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9846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98464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Washington State +23.5 at #17 Washington · ML +1300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653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FA5C4"/>
                </a:solidFill>
                <a:latin typeface="Arial"/>
              </a:rPr>
              <a:t>projected scores = machine margin on the market total · superdogs = dog to win outright, points = the spread · graded vs first-seen lines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