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59.5 total is top-decile — five years of closing lines say that class of game goes UNDER 55% of the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Kiffin's first game at LSU — a CFP-or-bust construction unveiled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answering the worst season in 15 years with a first-year QB and a throwback OC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 returns 21% of production with 44 portal adds — the most aggressive retool on the card; Clemson added 11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loser burns a playoff mulligan immediately — both fanbases know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–10.5 / –10.5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–6.5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+21.5 at West Virginia · ML +1000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