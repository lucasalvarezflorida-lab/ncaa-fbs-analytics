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WEEK 1 · SEP 5–7,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Atlanta · Mercedes-Benz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286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Auburn –5.5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62432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0906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LSU –9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4290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Nashville · Nissan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89534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Ole Miss –6.5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Green Bay · Lambeau Field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4700016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ND –21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503834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Tallahassee · Doak Campbell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5504688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FSU –0.5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584301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ESPN 2026 preseason FPI + 2.5 HFA, empirical margin curve (σ 17.9, 2021–25 fit) · lines as of Aug 31 · model plays graded vs first-seen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0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Frozen at kickoff · graded vs finals and the last pre-kick pull (Sat 10:16 ET) · leans graded vs first-seen lines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North Carolina vs TCU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called TCU 25–23 · final UNC 15–10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517904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machine TCU –1.5 · close –7.5 · actual UNC by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819656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7321"/>
                </a:solidFill>
                <a:latin typeface="Arial"/>
              </a:rPr>
              <a:t>LEAN CASHED — UNC +6.5 won OUTRIGHT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NC State at Virginia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called UVA 30–23 · final UVA 34–8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37744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machine UVA –6.5 · close –4 · actual UVA by 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679192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C6B7E"/>
                </a:solidFill>
                <a:latin typeface="Arial"/>
              </a:rPr>
              <a:t>no play — right to pass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Jacksonville State at NDSU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called NDSU 25–22 · final NDSU 33–7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3236976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machine NDSU –2.5 · close –6.5 · actual NDSU by 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3538728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5121B"/>
                </a:solidFill>
                <a:latin typeface="Arial"/>
              </a:rPr>
              <a:t>JSU lean LOST by 19 vs the number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Hawai'i at Stanford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called Stanford 26–24 · final Stanford 37–27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4096512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machine STAN –1.5 · close –4 · actual STAN by 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4398264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5121B"/>
                </a:solidFill>
                <a:latin typeface="Arial"/>
              </a:rPr>
              <a:t>Hawai'i +5.5 lean LOST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Memphis at UNLV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called UNLV 32–26 · final Memphis 27–21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4956048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machine UNLV –6 · close –4 · actual MEM by 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525780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C6B7E"/>
                </a:solidFill>
                <a:latin typeface="Arial"/>
              </a:rPr>
              <a:t>watch only — machine's side lost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Accuracy: machine 13.9 avg margin miss vs closing market 14.0 — a dead heat in week one. Stated leans 1–2, and the win came in the game with our biggest market disagreement (18 points of win prob). Week 0 went UNDER in 4 of 5 · σ 17.9 — one week proves nothing either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Baylor vs Auburn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3:30 ET · neutral site · Golesh's Auburn debut · Lagway's Baylor debut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Lagway's arm vs Durkin's carried-over defense — the one unit here with real continuity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installs collide: Golesh's tempo offense vs Baylor's new-look defense under Klanderman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Auburn's top-10 DL talent vs keeping Lagway upright — his health history is the whole ballgame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U-TAIL: the model leans UNDER the 59.5 — two year-one offenses in a dome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Both sidelines are running year-one installs the preseason numbers can't see — and the machine's prior hasn't ingested a single 2026 snap yet (first in-season FPI refresh lands Tuesday). Machine −5.5 vs market −7 is a quibble, not a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Auburn –5.5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Auburn –168 · Baylor +168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Auburn +5.5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Auburn -298 / Baylor +240 · Bov Auburn -270 / Baylor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1.5 on Baylor · U-TAIL under 59.5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154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01037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AUB 63%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37% BAY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 · CLV -0.5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Baylor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Keep Lagway upright and healthy — everything else is decoration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Beat the sim pressures on early downs; don't let Durkin tee off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Steal a possession with tempo of your own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Make Auburn's first-year offense play from behind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Auburn — what it takes</a:t>
            </a:r>
          </a:p>
        </p:txBody>
      </p:sp>
      <p:sp>
        <p:nvSpPr>
          <p:cNvPr id="20" name="Oval 19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Lean on the defense that didn't change</a:t>
            </a:r>
          </a:p>
        </p:txBody>
      </p:sp>
      <p:sp>
        <p:nvSpPr>
          <p:cNvPr id="22" name="Oval 21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Tempo without turnovers — install-week ball security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Feed the tight ends where Golesh's system lives</a:t>
            </a:r>
          </a:p>
        </p:txBody>
      </p:sp>
      <p:sp>
        <p:nvSpPr>
          <p:cNvPr id="26" name="Oval 25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Let the defensive line end drives on third down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Auburn 33 – Baylor 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Auburn –5.5 · market –7 / –7 · projected score · machine margin on the 59.5 market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Baylor vs Auburn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Clemson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7:30 ET · Kiffin's first game at LSU · Death Valley at night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Leavitt in Kiffin's tempo-RPO system vs Tom Allen's 4-2-5 — the one Clemson unit that kept its standard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Vizzina and the Chad Morris throwback offense vs Baker's pressure — SP+ projects this D No. 2 nationally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LSU's portal-built offensive line on a short install runway, at night, in Death Valley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Both offenses are new identities — the first sideline that looks ordinary wins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machine's −9.1 is a preseason guess about a team with a new head coach, new QB and new OC — and the same is true across the field. The market opened −11.5 and drifted to −10.5; the machine sits a point and a half friendlier to Clemson. Install-week variance says treat all of it gently.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–231 · Clemson +231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–10.5 / –10.5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LSU -380 / Clemson +300 · Bov LSU -480 / Clemson +350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1.5 to Clemson — quibble, not a play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F66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CLEM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–10.5 → –10.5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–10.5 (Aug 18) → now –10.5 · opened –11.5 · CLV +0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Clemson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Let Allen's defense set the terms early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Give Vizzina pressure answers — quick game and screens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Win explosives; don't trade field goals with LSU's skill talent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Silence the crowd with third-down conversions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LSU — what it takes</a:t>
            </a:r>
          </a:p>
        </p:txBody>
      </p:sp>
      <p:sp>
        <p:nvSpPr>
          <p:cNvPr id="20" name="Oval 19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Protect Leavitt — the rebuilt OL is the bet of the season</a:t>
            </a:r>
          </a:p>
        </p:txBody>
      </p:sp>
      <p:sp>
        <p:nvSpPr>
          <p:cNvPr id="22" name="Oval 21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Tempo early: make Allen's defense align fast, then strike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Let Baker hunt with the pressure package on obvious downs</a:t>
            </a:r>
          </a:p>
        </p:txBody>
      </p:sp>
      <p:sp>
        <p:nvSpPr>
          <p:cNvPr id="26" name="Oval 25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Finish drives — red-zone scripts vs a blue-chip front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LSU 30 – Clemson 21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LSU –9 · market –10.5 / –10.5 · projected score · machine margin on the 51.5 market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Clemson at LSU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Louisville vs Ole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Golding's debut as the head man · Chambliss back after the eligibility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Chambliss — the nation's best at turning dead plays into first downs — vs a bust-prone Louisville back end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Brohm's third QB1 in three years: Kienholz is the least-proven starter he's had here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Golding's first game as head coach after Kiffin took the identity engine to Baton Rouge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Louisville's edge rush vs a rebuilt Ole Miss pass-pro — the one place the dog can win snaps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market opened −8.5 and walked to −6.5/−7 — it has come to the machine's −6.5. That's agreement, not edge. And nothing in a preseason prior prices a first-year head coach's game management on a Sunday neutral floor.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Ole Miss –6.5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Ole Miss –184 · Louisville +184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Ole Miss +6.5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Ole Miss -258 / Louisville +210 · Bov Ole Miss -270 / Louisville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machine = market — no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AD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61388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MISS 65%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35% LOU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 · opened –8.5 · CLV -0.5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Louisville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Ride the run game and keep Chambliss on the sideline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No coverage busts — the season-long bug can't show up here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Pressure with the edges, not blitz-and-bust gambles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Keep Kienholz's menu short and make an early lead real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Ole Miss — what it takes</a:t>
            </a:r>
          </a:p>
        </p:txBody>
      </p:sp>
      <p:sp>
        <p:nvSpPr>
          <p:cNvPr id="20" name="Oval 19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Let Chambliss escape — the off-script plays are the edge</a:t>
            </a:r>
          </a:p>
        </p:txBody>
      </p:sp>
      <p:sp>
        <p:nvSpPr>
          <p:cNvPr id="22" name="Oval 21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Interior line vs Louisville's backfield: end the run game early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Tempo the Brohm defense into simple, static looks</a:t>
            </a:r>
          </a:p>
        </p:txBody>
      </p:sp>
      <p:sp>
        <p:nvSpPr>
          <p:cNvPr id="26" name="Oval 25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Win field position all night on a neutral floor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Ole Miss 31 – Louisville 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Ole Miss –6.5 · market –7 / –6.5 · projected score · machine margin on the 55.5 market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Louisville vs Ole Miss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Wisconsin vs Notre Dame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the 'Leave No Doubt' tour opens · Fickell's survival season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Fickell's run-first survival pivot vs a tite front built to erase exactly that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Colton Joseph makes the G5-to-B1G jump against elite tackling — translation risk, week one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Wisconsin's genuinely good 3-3-5 vs Carr's year-two leap — the one matchup that keeps it close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Spreads this size live in the favorite-longshot zone our market post-mortem flagged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Housekeeping: our ledger's July first-seen on this game is a known CFBD sides-flip data error, so the honest movement read is the opener — Bovada hung −16.5 and the market walked it to −20.5, four points toward the Irish. Machine −21.1, market −20.5: nothing to do but watch.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ND –21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ND –697 · Wisconsin +697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ND +21.1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–20.5 / –20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ND -1800 / Wisconsin +1000 · Bov ND -2500 / Wisconsin +1000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no gap — watch, don't touch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625242" cy="365760"/>
          </a:xfrm>
          <a:prstGeom prst="round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ND 87%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13% WIS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–16.5 → –20.5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opened –16.5 → now –20.5 (first-seen excluded: sides-flip data error)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Wisconsin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Shorten the game: long drives, no clock stoppages, no gifts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Joseph's legs on third-and-medium — the one chain-mover that travels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Force Carr to beat the 3-3-5 from the pocket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Survive special teams — a return touchdown ends 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Notre Dame — what it takes</a:t>
            </a:r>
          </a:p>
        </p:txBody>
      </p:sp>
      <p:sp>
        <p:nvSpPr>
          <p:cNvPr id="20" name="Oval 19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Post-Love backfield: prove the duo/counter identity early</a:t>
            </a:r>
          </a:p>
        </p:txBody>
      </p:sp>
      <p:sp>
        <p:nvSpPr>
          <p:cNvPr id="22" name="Oval 21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Carr in rhythm — play-action on schedule, nothing forced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Erase explosives; make Wisconsin play 12-play drives</a:t>
            </a:r>
          </a:p>
        </p:txBody>
      </p:sp>
      <p:sp>
        <p:nvSpPr>
          <p:cNvPr id="26" name="Oval 25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'Leave No Doubt' means no scoreboard mercy — bury it early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ND 34 – Wisconsin 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ND –21 · market –20.5 / –20 · projected score · machine margin on the 47.5 market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Wisconsin vs Notre Dame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SMU at Florida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Mon Sep 7 · 7:30 ET · Labor Day nightcap · ON THE UPSET BOARD —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RED ALERT: the machine has the home dog winning outright — FSU 52%, market 42%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Lashlee's co-coordinator troika (both coordinators left) vs Norvell taking back his own offense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FSU's top-10 trench portal haul vs SMU line play still a tier below — the run game decides Monday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Both QB rooms are new: the Jennings era closed in Dallas; Tallahassee runs portal rentals again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Respect the backtest: RED alerts hit 49.7% ATS across 2023–25 — below break-even. The flag is a research shortlist, not a pick. And FSU's 36-month whiplash (CFP → 2–10 → reset) makes its preseason prior the least trustworthy number on this 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FSU –0.5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FSU –110 · SMU +110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FSU +0.7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+3 / 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FSU +130 / SMU -155 · Bov FSU +145 / SMU -170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RED: home dog outright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569110" cy="365760"/>
          </a:xfrm>
          <a:prstGeom prst="roundRect">
            <a:avLst/>
          </a:prstGeom>
          <a:solidFill>
            <a:srgbClr val="782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FSU 52%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48% SMU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+2.5 → +3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+2.5 (Aug 18) → now +3 · CLV -0.5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SMU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Prove the troika can call it: tempo and spacing from drive one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Protect the new quarterback against a rebuilt FSU front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Explosives, not field goals — White's 3-3-5 bends on purpose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Win the takeaway ledger: the gambling profile has to cash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Florida State — what it takes</a:t>
            </a:r>
          </a:p>
        </p:txBody>
      </p:sp>
      <p:sp>
        <p:nvSpPr>
          <p:cNvPr id="20" name="Oval 19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Run it with the portal front — make it physical early</a:t>
            </a:r>
          </a:p>
        </p:txBody>
      </p:sp>
      <p:sp>
        <p:nvSpPr>
          <p:cNvPr id="22" name="Oval 21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Quarterback run as the cheat code in Norvell's heavier hand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No boom-bust: field position over hero ball</a:t>
            </a:r>
          </a:p>
        </p:txBody>
      </p:sp>
      <p:sp>
        <p:nvSpPr>
          <p:cNvPr id="26" name="Oval 25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Start fast and let the Monday-night Doak crowd matter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FSU 27 – SMU 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FSU –0.5 · market +3 / +3 · projected score · machine margin on the 53.5 market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SMU at Florida State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Where the machine stands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075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130552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075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130552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03911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68296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first-seen –6.5 (Aug 18) → now –7 · CLV -0.5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03911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Auburn –5.5   ·   –7 / –7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3865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807208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2916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971800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2916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2971800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28803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209544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first-seen –10.5 (Aug 18) → now –10.5 · opened –11.5 · CLV +0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8803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LSU –9   ·   –10.5 / –10.5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22783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648456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758183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81304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758183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81304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721607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050791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first-seen –6.5 (Aug 18) → now –7 · opened –8.5 · CLV -0.5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721607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Ole Miss –6.5   ·   –7 / –6.5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0690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489704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59943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654296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59943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654296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562856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4892040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opened –16.5 → now –20.5 (first-seen excluded: sides-flip data error)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56285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ND –21   ·   –20.5 / –20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491032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330952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440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495544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440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495544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404104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733288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first-seen +2.5 (Aug 18) → now +3 · CLV -0.5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540410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FSU –0.5   ·   +3 / +3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575157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FA5C4"/>
                </a:solidFill>
                <a:latin typeface="Arial"/>
              </a:rPr>
              <a:t>Paper record after Week 0: stated leans 1–2 — graded vs first-seen lines, never moved ones. Research, not picks.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