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2 · WEEK 1 · SEP 5–7,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y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b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Baylor vs Auburn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Atlanta · Mercedes-Benz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Auburn –5.5   ·   –7 / 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24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em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Clemson at LSU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Baton Rouge · Tiger Stadium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LSU –9   ·   –10.5 / –10.5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29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uisvil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lem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Louisville vs Ole Miss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Nashville · Nissan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953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Ole Miss –6.5   ·   –7 / –6.5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336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iscons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treda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Wisconsin vs Notre Dame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Green Bay · Lambeau Field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0001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ND –21   ·   –20.5 / –20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383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s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SMU at Florida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Tallahassee · Doak Campbell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FSU –0.5   ·   +3 / +3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430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5C4"/>
                </a:solidFill>
                <a:latin typeface="Arial"/>
              </a:rPr>
              <a:t>Machine = ESPN 2026 preseason FPI + 2.5 HFA, empirical margin curve (σ 17.9, 2021–25 fit) · lines as of Aug 31 · model plays graded vs first-seen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Week 0 — the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Our call frozen at kickoff · closing line = last pre-kick pull (Sat 10:16 ET) · “off by” = miss vs the final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36192"/>
            <a:ext cx="548640" cy="548640"/>
          </a:xfrm>
          <a:prstGeom prst="rect">
            <a:avLst/>
          </a:prstGeom>
        </p:spPr>
      </p:pic>
      <p:pic>
        <p:nvPicPr>
          <p:cNvPr id="6" name="Picture 5" descr="tc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3619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49961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North Carolina vs TCU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379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TCU 25–23 · FINAL UNC 15–10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17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TCU –1.5 · closing TCU –7.5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19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6.5 · market off by 12.5 — machine closer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cs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95728"/>
            <a:ext cx="548640" cy="548640"/>
          </a:xfrm>
          <a:prstGeom prst="rect">
            <a:avLst/>
          </a:prstGeom>
        </p:spPr>
      </p:pic>
      <p:pic>
        <p:nvPicPr>
          <p:cNvPr id="13" name="Picture 12" descr="u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NC State at Virginia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UVA 30–23 · FINAL UVA 34–8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UVA –6.5 · closing UVA 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19.5 · market off by 22 — machine closer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2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s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55264"/>
            <a:ext cx="548640" cy="548640"/>
          </a:xfrm>
          <a:prstGeom prst="rect">
            <a:avLst/>
          </a:prstGeom>
        </p:spPr>
      </p:pic>
      <p:pic>
        <p:nvPicPr>
          <p:cNvPr id="20" name="Picture 19" descr="nds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3255264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40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Jacksonville State at NDSU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57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NDSU 25–22 · FINAL NDSU 33–7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NDSU –2.5 · closing NDSU –6.5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387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23.5 · market off by 19.5 — market closer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95928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hawai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14800"/>
            <a:ext cx="548640" cy="548640"/>
          </a:xfrm>
          <a:prstGeom prst="rect">
            <a:avLst/>
          </a:prstGeom>
        </p:spPr>
      </p:pic>
      <p:pic>
        <p:nvPicPr>
          <p:cNvPr id="27" name="Picture 26" descr="stanfo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5920" y="41148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77440" y="4078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Hawai'i at Stanford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16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Stanford 26–24 · FINAL Stanford 37–27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96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Stanford –1.5 · closing Stanford –4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98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8.5 · market off by 6 — market closer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55464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memphi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4336"/>
            <a:ext cx="548640" cy="548640"/>
          </a:xfrm>
          <a:prstGeom prst="rect">
            <a:avLst/>
          </a:prstGeom>
        </p:spPr>
      </p:pic>
      <p:pic>
        <p:nvPicPr>
          <p:cNvPr id="34" name="Picture 33" descr="unl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5920" y="4974336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77440" y="4937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Memphis at UNLV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UNLV 32–26 · FINAL Memphis 27–21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UNLV –6 · closing UNLV –4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12 · market off by 10 — market closer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60720"/>
            <a:ext cx="10515600" cy="777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70448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Total miss across five games: machine 70.0 points, closing market 70.0 — a literal dead heat. Stated leans 1–2, the win coming where we disagreed with the market most (UNC, 18 points of win prob). Week 0 went UNDER in 4 of 5 · σ 17.9 — one week proves nothing either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y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vs</a:t>
            </a:r>
          </a:p>
        </p:txBody>
      </p:sp>
      <p:pic>
        <p:nvPicPr>
          <p:cNvPr id="4" name="Picture 3" descr="aub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Baylor vs Auburn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5 · 3:30 ET · neutral site · Golesh's Auburn debut · Lagway's Baylor debut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Two rebooted programs on a neutral floor: Golesh's Auburn debut vs the biggest QB get in Baylor history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The card's starkest contrast — Auburn returns 14% of production (39 portal adds), Baylor returns 60%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Lagway's health is the single biggest variable in the Big 12 season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U-TAIL: the model leans UNDER the 59.5 — two year-one offenses in a dome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Both sidelines are running year-one installs the preseason numbers can't see — and the machine's prior hasn't ingested a single 2026 snap yet (first in-season FPI refresh lands Tuesday). Machine −5.5 vs market −7 is a quibble, not a 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Auburn –5.5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Auburn –168 · Baylor +168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Auburn +5.5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–7 / 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Auburn -298 / Baylor +240 · Bov Auburn -270 / Baylor +220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1.5 on Baylor · U-TAIL under 59.5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154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901037" cy="365760"/>
          </a:xfrm>
          <a:prstGeom prst="round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AUB 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37% BAY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–6.5 → –7 · CLV -0.5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–6.5 (Aug 18) → now –7 · CLV -0.5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y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Baylor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Baylor vs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Aranda, year 6 — seat survived; new DC Klanderman (K-State)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DJ Lagway (Florida), biggest transfer get in program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60% of offensive production back — most on this card · 31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Keep Lagway upright and healthy — everything else is decoration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Beat the sim pressures on early downs; don't let Durkin tee off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Steal a possession with tempo of your own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Make Auburn's first-year offense play from behind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Baylor vs Auburn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b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Auburn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Baylor vs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Alex Golesh (USF) · Durkin RETAINED as 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and unsettled — open room after the Knight exit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14% back — most retooled roster on the card · 39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Lean on the defense that didn't change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Tempo without turnovers — install-week ball security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Feed the tight ends where Golesh's system lives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Let the defensive line end drives on third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Baylor vs Auburn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em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l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Clemson at LSU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Sat Sep 5 · 7:30 ET · Kiffin's first game at LSU · Death Valley at 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Kiffin's first game at LSU — a CFP-or-bust construction unveiled at night in Death Valley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Dabo answering the worst season in 15 years with a first-year QB and a throwback OC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LSU returns 21% of production with 44 portal adds — the most aggressive retool on the card; Clemson added 11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Week 1 loser burns a playoff mulligan immediately — both fanbases know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The machine's −9.1 is a preseason guess about a team with a new head coach, new QB and new OC — and the same is true across the field. The market opened −11.5 and drifted to −10.5; the machine sits a point and a half friendlier to Clemson. Install-week variance says treat all of it gently.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LSU –9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LSU –231 · Clemson +231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LSU +9.1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–10.5 / –10.5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LSU -380 / Clemson +300 · Bov LSU -480 / Clemson +350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1.5 to Clemson — quibble, not a 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F66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2112264" cy="365760"/>
          </a:xfrm>
          <a:prstGeom prst="roundRect">
            <a:avLst/>
          </a:prstGeom>
          <a:solidFill>
            <a:srgbClr val="461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LSU 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30% CLEM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–10.5 → –10.5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–10.5 (Aug 18) → now –10.5 · opened –11.5 · CLV +0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em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Clemson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Clemson at LSU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Dabo, year 18 — Chad Morris returns as 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Vizzina, first-year starter post-Klubnik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41% back · just 11 portal adds — still portal-light by choice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Let Allen's defense set the terms early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Give Vizzina pressure answers — quick game and screens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Win explosives; don't trade field goals with LSU's skill talent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Silence the crowd with third-down conversions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Clemson at LSU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LSU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Clemson at LSU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Lane Kiffin, off Ole Miss's 13-win CFP 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Sam Leavitt (Arizona State), the spring's biggest QB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21% back · 44 portal adds — the biggest retool here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Protect Leavitt — the rebuilt OL is the bet of the season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Tempo early: make Allen's defense align fast, then strike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Let Baker hunt with the pressure package on obvious downs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Finish drives — red-zone scripts vs a blue-chip 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Clemson at LSU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uisv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vs</a:t>
            </a:r>
          </a:p>
        </p:txBody>
      </p:sp>
      <p:pic>
        <p:nvPicPr>
          <p:cNvPr id="4" name="Picture 3" descr="olem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Louisville vs Ole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Sun Sep 6 · 7:30 ET · neutral site · Golding's debut as the head man · Chambliss back after the eligibility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Golding's first game as the head man — keeping a 13-win CFP program's identity after Kiffin left with it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Chambliss is the rare continuity star (50% of production back); Brohm counters with his third new QB1 in three years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Sunday night in Nashville — neutral on paper, Ole Miss crowd in practice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Both need this one: Louisville's easiest big-name scalp; Ole Miss defending the CFP-program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The market opened −8.5 and walked to −6.5/−7 — it has come to the machine's −6.5. That's agreement, not edge. And nothing in a preseason prior prices a first-year head coach's game management on a Sunday neutral floor.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Ole Miss –6.5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Ole Miss –184 · Louisville +184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Ole Miss +6.5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–7 / –6.5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Ole Miss -258 / Louisville +210 · Bov Ole Miss -270 / Louisville +220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machine = market — no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AD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961388" cy="3657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MISS 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35% LOU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–6.5 → –7 · CLV -0.5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–6.5 (Aug 18) → now –7 · opened –8.5 · CLV -0.5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uisv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Louisville vs Ole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Brohm, year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Kienholz: third QB1 in three years, least-proven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35% back · 33 portal adds — the annual Brohm re-skin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Ride the run game and keep Chambliss on the sideline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No coverage busts — the season-long bug can't show up here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Pressure with the edges, not blitz-and-bust gambles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Keep Kienholz's menu short and make an early lead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Louisville vs Ole Miss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le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Ole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Louisville vs Ole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Pete Golding, promoted; kept the defensive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Chambliss, SEC Newcomer of the Year; won his eligibility appeal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50% back · 28 portal adds — the spine stayed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Let Chambliss escape — the off-script plays are the edge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Interior line vs Louisville's backfield: end the run game early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Tempo the Brohm defense into simple, static looks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Win field position all night on a neutral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Louisville vs Ole Miss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scon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vs</a:t>
            </a:r>
          </a:p>
        </p:txBody>
      </p:sp>
      <p:pic>
        <p:nvPicPr>
          <p:cNvPr id="4" name="Picture 3" descr="notred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Wisconsin vs Notre Dame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Sun Sep 6 · 7:30 ET · neutral site · the 'Leave No Doubt' tour opens · Fickell's survival season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The revenge tour begins — 'Leave No Doubt' opens at Lambeau Field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ND is the card's continuity outlier: Carr in year two, 51% of production back, just 7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Fickell's survival season starts as a 20-point dog, with a new QB again (Joseph, 31% back)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A No. 1-seed résumé game for the Irish; a cover is Wisconsin's moral win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Housekeeping: our ledger's July first-seen on this game is a known CFBD sides-flip data error, so the honest movement read is the opener — Bovada hung −16.5 and the market walked it to −20.5, four points toward the Irish. Machine −21.1, market −20.5: nothing to do but watch.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ND –21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ND –697 · Wisconsin +697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ND +21.1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–20.5 / –20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ND -1800 / Wisconsin +1000 · Bov ND -2500 / Wisconsin +1000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no gap — watch, don't touch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C50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2625242" cy="365760"/>
          </a:xfrm>
          <a:prstGeom prst="round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ND 87%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13% WIS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–16.5 → –20.5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opened –16.5 → now –20.5 (first-seen excluded: sides-flip data error)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scon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Wisconsin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Wisconsin vs Notre Dame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Fickell, year 4 — survival season; the Air Raid detour is dead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Colton Joseph (Old Dominion), a real dual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31% back · 33 portal adds — retooled around a veteran OL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Shorten the game: long drives, no clock stoppages, no gifts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Find counters vs a tite front built to erase the run-first pivot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Joseph's legs on third-and-medium — the one chain-mover that travels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Force Carr to beat the 3-3-5 from the pocket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Wisconsin vs Notre Dame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tred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Notre Dame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Wisconsin vs Notre Dame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Freeman — full staff and identity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RETURNS — CJ Carr, year two: the top-10's likeliest QB leap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51% back · just 7 portal adds — the continuity program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Post-Love backfield: prove the duo/counter identity early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Carr in rhythm — play-action on schedule, nothing forced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Erase explosives; make Wisconsin play 12-play drives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'Leave No Doubt' means no scoreboard mercy — bury it early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Wisconsin vs Notre Dame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f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SMU at Florida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Mon Sep 7 · 7:30 ET · Labor Day nightcap · ON THE UPSET BOARD —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969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Monday night, alone on the calendar — the week's last word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FSU's 36-month whiplash (CFP → 2–10 → reset) meets SMU's post-CFP expectations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6616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SMU kept the roster (57% back) but lost both coordinators; FSU kept Norvell but reloads via portal again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7939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6273D"/>
                </a:solidFill>
                <a:latin typeface="Arial"/>
              </a:rPr>
              <a:t>RED ALERT: the machine takes the home dog outright — FSU 52%, market 42%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B7E"/>
                </a:solidFill>
                <a:latin typeface="Arial"/>
              </a:rPr>
              <a:t>Respect the backtest: RED alerts hit 49.7% ATS across 2023–25 — below break-even. The flag is a research shortlist, not a pick. And FSU's 36-month whiplash (CFP → 2–10 → reset) makes its preseason prior the least trustworthy number on this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FSU –0.5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FSU –110 · SMU +110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FSU +0.7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+3 / +3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FSU +130 / SMU -155 · Bov FSU +145 / SMU -170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RED: home dog outright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569110" cy="365760"/>
          </a:xfrm>
          <a:prstGeom prst="roundRect">
            <a:avLst/>
          </a:prstGeom>
          <a:solidFill>
            <a:srgbClr val="78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FSU 52%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48% SMU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440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LINE MOVE  +2.5 → +3 · CLV -0.5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E"/>
                </a:solidFill>
                <a:latin typeface="Arial"/>
              </a:rPr>
              <a:t>Line movement: first-seen +2.5 (Aug 18) → now +3 · CLV -0.5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SMU at Florida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Lashlee, year 5 — both coordinators left; co-coordinator troikas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post-Jennings; the system made 3 straight top-25 offenses with 3 QBs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57% back · 15 portal adds — kept the roster, lost the callers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Prove the troika can call it: tempo and spacing from drive one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Protect the new quarterback against a rebuilt FSU front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Explosives, not field goals — White's 3-3-5 bends on purpose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Win the takeaway ledger: the gambling profile has to cash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SMU at Florida State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Florida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SMU at Florida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Norvell, year 7 — Harris promoted to OC (Malzahn retired)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NEW — veteran portal room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40% back · 22 portal adds — another portal reload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186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Run it with the portal front — make it physical early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599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Quarterback run as the cheat code in Norvell's heavier hand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011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No boom-bust: field position over hero ball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742432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16273D"/>
                </a:solidFill>
                <a:latin typeface="Arial"/>
              </a:rPr>
              <a:t>Start fast and let the Monday-night Doak crowd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SMU at Florida 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Superdog Picks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C6B7E"/>
                </a:solidFill>
                <a:latin typeface="Arial"/>
              </a:rPr>
              <a:t>Pick a dog to WIN OUTRIGHT — points = the spread · machine board: model win prob vs market, expected points = prob ×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074920" cy="448056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ANY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★ Coastal Carolina +21.5 at West Virginia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865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21% · market 9% · expected pts 4.4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73D"/>
                </a:solidFill>
                <a:latin typeface="Arial"/>
              </a:rPr>
              <a:t>Tulsa +14 vs Oklahoma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55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30% · market 18% · expected pts 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73D"/>
                </a:solidFill>
                <a:latin typeface="Arial"/>
              </a:rPr>
              <a:t>Tulane +9.5 at Duke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239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41% · market 24% · expected pts 3.9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074920" cy="448056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GIANT KILLER — dog vs an AP top-25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57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★ Washington State +23.5 at #17 Washington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865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18% · market 7% · expected pts 4.3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73D"/>
                </a:solidFill>
                <a:latin typeface="Arial"/>
              </a:rPr>
              <a:t>Oregon State +20.5 at #23 Houston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55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17% · market 9% · expected pts 3.4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794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73D"/>
                </a:solidFill>
                <a:latin typeface="Arial"/>
              </a:rPr>
              <a:t>Clemson +10.5 at #11 LSU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1239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7E"/>
                </a:solidFill>
                <a:latin typeface="Arial"/>
              </a:rPr>
              <a:t>model 30% · market 24% · expected pts 3.2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9204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16273D"/>
                </a:solidFill>
                <a:latin typeface="Arial"/>
              </a:rPr>
              <a:t>Most likely ranked upset: Florida State +3 vs #19 SMU — 52% (low points, high cash rate)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B7E"/>
                </a:solidFill>
                <a:latin typeface="Arial"/>
              </a:rPr>
              <a:t>Honesty: model probs ride preseason priors and σ 17.9 — the biggest model-vs-market gaps sit exactly where the favorite-longshot bias lives. A points game between hosts, not a betting card.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2 · WEEK 1 · SUPERDOG PICKS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2 · THE CARD · OUR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Where the machine stands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075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y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130552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075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b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30552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0391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Baylor vs Auburn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68296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first-seen –6.5 (Aug 18) → now –7 · CLV -0.5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2082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Auburn 33 – Baylor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23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machine Auburn –5.5 · market –7 / 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07208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91693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em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971800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291693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2971800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Clemson at LSU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20954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first-seen –10.5 (Aug 18) → now –10.5 · opened –11.5 · CLV +0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62072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LSU 30 – Clemson 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644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machine LSU –9 · market –10.5 / –10.5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48456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758183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uisvil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81304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758183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lemi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81304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7216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Louisville vs Ole Miss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50791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first-seen –6.5 (Aug 18) → now –7 · opened –8.5 · CLV -0.5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70332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Ole Miss 31 – Louisville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10565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machine Ole Miss –6.5 · market –7 / –6.5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489704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59943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iscons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654296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59943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treda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654296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5628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Wisconsin vs Notre Dame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8920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opened –16.5 → now –20.5 (first-seen excluded: sides-flip data error)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54456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ND 34 – Wisconsin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9469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machine ND –21 · market –20.5 / –20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330952"/>
            <a:ext cx="10515600" cy="768096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4406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495544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4406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s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495544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40410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SMU at Florida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73328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CADCFC"/>
                </a:solidFill>
                <a:latin typeface="Arial"/>
              </a:rPr>
              <a:t>first-seen +2.5 (Aug 18) → now +3 · CLV -0.5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385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50" b="1" i="0">
                <a:solidFill>
                  <a:srgbClr val="F47321"/>
                </a:solidFill>
                <a:latin typeface="Arial"/>
              </a:rPr>
              <a:t>FSU 27 – SMU 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78815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FA5C4"/>
                </a:solidFill>
                <a:latin typeface="Arial"/>
              </a:rPr>
              <a:t>machine FSU –0.5 · market +3 / +3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FA5C4"/>
                </a:solidFill>
                <a:latin typeface="Arial"/>
              </a:rPr>
              <a:t>Paper record after Week 0: stated leans 1–2 — graded vs first-seen lines, never moved ones. Research, not picks.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