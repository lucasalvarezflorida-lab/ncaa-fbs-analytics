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arm vs Durkin's carried-over defense — the one unit here with real continuity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installs collide: Golesh's tempo offense vs Baylor's new-look defense under Klanderman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Auburn's top-10 DL talent vs keeping Lagway upright — his health history is the whole ballgame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Baylor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Auburn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Auburn 33 – Baylor 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Auburn –5.5 · market –7 / –7 · projected score · machine margin on the 59.5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Leavitt in Kiffin's tempo-RPO system vs Tom Allen's 4-2-5 — the one Clemson unit that kept its standard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Vizzina and the Chad Morris throwback offense vs Baker's pressure — SP+ projects this D No. 2 nationally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LSU's portal-built offensive line on a short install runway, at night, in Death Valley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offenses are new identities — the first sideline that looks ordinary wins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Clemson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LSU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LSU 30 – Clemson 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–9 · market –10.5 / –10.5 · projected score · machine margin on the 51.5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— the nation's best at turning dead plays into first downs — vs a bust-prone Louisville back end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Brohm's third QB1 in three years: Kienholz is the least-proven starter he's had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head coach after Kiffin took the identity engine to Baton Rouge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Louisville's edge rush vs a rebuilt Ole Miss pass-pro — the one place the dog can win snaps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Louisville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Ole Miss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Ole Miss –6.5 · market –7 / –6.5 · projected score · machine margin on the 55.5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run-first survival pivot vs a tite front built to erase exactly that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Colton Joseph makes the G5-to-B1G jump against elite tackling — translation risk, week one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Wisconsin's genuinely good 3-3-5 vs Carr's year-two leap — the one matchup that keeps it close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Spreads this size live in the favorite-longshot zone our market post-mortem flagged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Wisconsin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special teams — a return touchdown ends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Notre Dame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 34 – Wisconsin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 –21 · market –20.5 / –20 · projected score · machine margin on the 47.5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has the home dog winning outright — FSU 52%, market 42%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Lashlee's co-coordinator troika (both coordinators left) vs Norvell taking back his own offense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top-10 trench portal haul vs SMU line play still a tier below — the run game decides Monday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QB rooms are new: the Jennings era closed in Dallas; Tallahassee runs portal rentals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SMU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Florida State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FSU 27 – SMU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FSU –0.5 · market +3 / +3 · projected score · machine margin on the 53.5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