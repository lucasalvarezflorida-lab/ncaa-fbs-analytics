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Kiffin's first game at LSU — a CFP-or-bust construction unveiled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answering the worst season in 15 years with a first-year QB and a throwback OC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 returns 21% of production with 44 portal adds — the most aggressive retool on the card; Clemson added 11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loser burns a playoff mulligan immediately — both fanbases know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Superdog Picks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Pick a dog to WIN OUTRIGHT — points = the spread · machine board: model win prob vs market, expected points = prob × spread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5074920" cy="283464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ANY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★ Coastal Carolina +21.5 at West Virginia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model 21% to win outright · market 9% · expected pts 4.4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16273D"/>
                </a:solidFill>
                <a:latin typeface="Arial"/>
              </a:rPr>
              <a:t>The board's biggest model-vs-market fight — the machine never bought the move from −17.5 to −21.5.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074920" cy="283464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GIANT KILLER — dog vs an AP top-25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40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★ Washington State +23.5 at #17 Washington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788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model 18% to win outright · market 7% · expected pts 4.3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16273D"/>
                </a:solidFill>
                <a:latin typeface="Arial"/>
              </a:rPr>
              <a:t>The Apple Cup — rivalry chaos at a 23-point price, and the machine has the dog at more than double the market's chance.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C6B7E"/>
                </a:solidFill>
                <a:latin typeface="Arial"/>
              </a:rPr>
              <a:t>Honesty: model probs ride preseason priors and σ 17.9 — the biggest model-vs-market gaps sit exactly where the favorite-longshot bias lives. A points game between hosts, not a betting card.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SUPERDOG PICKS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 · OUR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–6.5 (Aug 18) → now –7 · CLV -0.5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2082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42316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Auburn –5.5 · market –7 / –7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–10.5 (Aug 18) → now –10.5 · opened –11.5 · CLV +0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86207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2644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LSU –9 · market –10.5 / –10.5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–6.5 (Aug 18) → now –7 · opened –8.5 · CLV -0.5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7033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41056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Ole Miss –6.5 · market –7 / –6.5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opened –16.5 → now –20.5 (first-seen excluded: sides-flip data error)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54456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9469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ND –21 · market –20.5 / –20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+2.5 (Aug 18) → now +3 · CLV -0.5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5385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578815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FSU –0.5 · market +3 / +3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after Week 0: stated leans 1–2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