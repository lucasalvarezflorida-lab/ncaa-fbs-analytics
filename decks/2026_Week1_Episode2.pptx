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–7.5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 / –10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Sep 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programs, one neutral floor: Golesh's Auburn debut (USF's No. 2 total offense travels with him) vs Lagway's Baylor debut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starkest contrast on the card: Auburn returns 14% of its offense and rebuilt with 39 transfers — Baylor returns 60%, the most continuity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(shoulder and leg in 2025) is the Big 12 season's biggest single variable — Auburn's top-10 DL is the first test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59.5 total is top-decile — five years of closing lines say that class goes UNDER 55% of the time, and two year-one offenses in a dome only helps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the machine's prior hasn't ingested a single 2026 snap. Auburn's edge is a talent prior; Baylor's counter is cohesion. Machine −5.5 vs market −7.5: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-285 / Baylor +230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–7.5 · CLV 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–7.5 · CLV -1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— his 2025 injury file is the season's whole risk profile;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the rebuilt secondary: four transfer corners arrived — Auburn's front returned, the back end didn't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— a halftime double-up covers the whole spread by itself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the install-week offense chase: an early lead forces a unit that's never played together to hurry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 — 27 of the 39 transfers went to offense; Durkin's side kept its spine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turnovers: speed multiplies mistakes in week one of an install — take the give, live with punts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12-personnel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line with top-10 DL talent — Lagway under duress is the whole ballgame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biggest coaching debut of the season: Kiffin left a 13-win CFP team for this — first drive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answers his worst season in 15 years with a throwback: Morris back as OC, first-year QB Vizzina — and Clemson opens UNRANKED vs No. 11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Opposite repair jobs: LSU rebuilt with 44 transfers (21% back), Clemson added just 11 (41% back) — Saturday tells us which was right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 opened −11.5 and has walked to −10, toward the machine's −9 all week — and the loser burns a playoff mulligan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program running its second system and second staff inside one calendar year — and Clemson's offense is just as new. Install-week variance says treat every number here gently; 30–21 is a margin on a market total, not a script.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 / –10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-375 / Clemson +295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 · opened –11.5 · CLV +0.5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— the only unit on this field that never stopped being itself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his pressure answers BEFORE the snap: quick game and screens, no improvising against Baker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 — don't trade field goals with LSU's skill talent; the top-5 blue-chip roster has to cash as big plays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on third down — remove Death Valley's 2.5 and the machine has this at only 6.6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portal-built OL on a short runway is the bet of the entire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force Allen's 4-2-5 to line up plain before the disguises load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— SP+'s projected No. 2 defense against a first-career-start QB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in the red zone: settling for field goals keeps an unranked underdog alive all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can a promoted DC keep a 13-win CFP program's identity after Kiffin took its brain to Baton Rouge?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chose Oxford over following Kiffin — the rarest continuity win (50%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Ranked vs ranked, Sunday night in Nashville: #24 Louisville, #9 Ole Miss — neutral on paper, an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SP+ projects Louisville favored in every game AFTER this one — win here and the huge ACC script is live; Ole Miss defends the CFP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−7 — it has come to the machine's −6.5. That's agreement, not edge. And nothing in a preseason prior prices a first-year head coach's clock-and-timeout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-265 / Louisville +215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— the RB room is the roster's sneaky strength, and every carry keeps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busts: top-20 havoc with bottom-40 explosives allowed is the Brohm tradeoff — one bust loses this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 vs a rebuilt Ole Miss pass-pro — the one matchup the underdog clearly wins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— Brohm's system has made a top-25 offense of every QB; let it work before asking for heroes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statistically the nation's best at turning dead plays into first downs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interior line ends Louisville's run game early — force the least-proven Brohm QB to win it himself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 — no disguise time, no gambling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— on a neutral floor against a new QB, the long field is a weapon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begins: 'Leave No Doubt' was born from the selection-show snub — Freeman rewatches the pain on purpose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 — Carr in year two, 51% of production back, just 7 portal adds — in a week full of reboots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season: a public vote of confidence, the Air Raid detour dead, and a G5 dual-threat QB making the B1G jump as a 20-point dog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No. 4 ND plays for a top-seed résumé; Wisconsin's 3-3-5 — top-25 two straight years with zero offensive help — plays for a moral 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here is a known CFBD sides-flip error — the honest movement read is the opener, −16.5 walked to −20.5, four points toward the Irish. Machine −21.1, market −20.5: agreement, and spreads this size sit in the favorite-longshot zone anyway. Watch, don't touch.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-1650 / Wisconsin +950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clock runs, zero gifts — fewer possessions is the underdog's only math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the tite front built to erase the run-first pivot — the league's most veteran OL has to earn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 up from the G5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 — this defense is genuinely good enough to keep it inside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post-Love duo/counter identity early — the gap-scheme run game sets up everything else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rhythm: play-action on schedule, nothing forced — his year-two leap is the top 10's likeliest QB jump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 and make Wisconsin drive 12 plays — bend-don't-break with elite tackling wins by attrition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style points are seed points in a week-one résumé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whole sport watches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No program swung harder in 36 months than FSU (CFP → 2–10 → rebound) — now it hosts SMU's post-CFP expectations and a No. 19 ranking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AND Jennings (57% back) but lost BOTH coordinators to troikas; FSU kept Norvell but rents portal QBs a third time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machine takes the home dog outright — FSU 52% vs market 42%; strip home field and it actually favors SMU by 1.8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the flag is a research shortlist, not a pick. The entire machine case is the 2.5-point Monday-night home bump — neutralize the Doak and it likes SMU. And FSU's whiplash makes its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+136 / SMU -162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Kevin Jennings; the system's made 3 straight top-25 offenses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 — tempo and spacing from drive one, no committee hesitation on fourth downs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Jennings from FSU's top-10 portal front — line play is the one place SMU is a tier below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goals: White's 3-3-5 bends on purpose — long drives are the trap, chunk plays are the answer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 — the gambling back seven has to cash on the road, Monday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the game physical exactly where the trench classes graded top-10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is the cheat code in Norvell's heavier-hand offense — the extra hat SMU's smaller front must answer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 — the whiplash program cannot beat itself Monday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make the Doak matter — the machine's whole case for FSU is worth 2.5 points of Monday night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 / 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 at West Virginia · ML +950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