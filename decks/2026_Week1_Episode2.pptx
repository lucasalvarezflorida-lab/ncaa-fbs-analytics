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WEEK 1 · SEP 5–7,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Atlanta · Mercedes-Benz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–5.5   ·   –7.5 / 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–9   ·   –10 / –10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Nashville · Nissan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Ole Miss –6.5   ·   –7 / –7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Green Bay · Lambeau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ND –21   ·   –20.5 / –20.5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Tallahassee · Doak Campbell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FSU –0.5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Sep 1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0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kickoff · closing line = last pre-kick pull (Sat 10:16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North Carolina vs TCU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TCU 25–23 · FINAL UNC 15–10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TCU –1.5 · closing TCU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6.5 · market off by 12.5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NC State at Virginia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UVA 30–23 · FINAL UVA 34–8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UVA –6.5 · closing UVA 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19.5 · market off by 22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Jacksonville State at NDSU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NDSU 25–22 · FINAL NDSU 33–7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NDSU –2.5 · closing NDSU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23.5 · market off by 19.5 — market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Hawai'i at Stanford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Stanford 26–24 · FINAL Stanford 37–27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Stanford –1.5 · closing Stanford –4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8.5 · market off by 6 — market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Memphis at UNLV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UNLV 32–26 · FINAL Memphis 27–21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UNLV –6 · closing UNLV –4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12 · market off by 10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five games: machine 70.0 points, closing market 70.0 — a literal dead heat. Stated leans 1–2, the win coming where we disagreed with the market most (UNC, 18 points of win prob). Week 0 went UNDER in 4 of 5 · σ 17.9 — one week proves nothing either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Baylor vs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3:30 ET · neutral site · Golesh's Auburn debut · Lagway's Baylor debut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rebooted programs, one neutral floor: Golesh's Auburn debut (USF's No. 2 total offense travels with him) vs Lagway's Baylor debut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starkest contrast on the card: Auburn returns 14% of its offense and rebuilt with 39 transfers — Baylor returns 60%, the most continuity here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Lagway's health (shoulder and leg in 2025) is the Big 12 season's biggest single variable — Auburn's top-10 DL is the first test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59.5 total is top-decile — five years of closing lines say that class goes UNDER 55% of the time, and two year-one offenses in a dome only helps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Both sidelines are running year-one installs the preseason numbers can't see — the machine's prior hasn't ingested a single 2026 snap. Auburn's edge is a talent prior; Baylor's counter is cohesion. Machine −5.5 vs market −7.5: a quibble,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–168 · Baylor +168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-285 / Baylor +230 · Bov Auburn -270 / Baylor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54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BAY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–7.5 · CLV -1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–7.5 · CLV -1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Baylor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Aranda, year 6 — seat survived; new DC Klanderman (K-State)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DJ Lagway (Florida), biggest transfer get in program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60% of offensive production back — most on this card · 31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Lagway upright — his 2025 injury file is the season's whole risk profile; everything else is decoration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Attack the rebuilt secondary: four transfer corners arrived — Auburn's front returned, the back end didn't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Steal a possession with tempo — a halftime double-up covers the whole spread by itself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the install-week offense chase: an early lead forces a unit that's never played together to hurry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Alex Golesh (USF) · Durkin RETAINED as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and unsettled — open room after the Knight exit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14% back — most retooled roster on the card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Lean on the defense that didn't change — 27 of the 39 transfers went to offense; Durkin's side kept its spine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without turnovers: speed multiplies mistakes in week one of an install — take the give, live with punts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Feed the tight ends where Golesh's 12-personnel system lives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line with top-10 DL talent — Lagway under duress is the whole ballgame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Clemson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7:30 ET · Kiffin's first game at LSU · Death Valley at 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biggest coaching debut of the season: Kiffin left a 13-win CFP team for this — first drive at night in Death Valley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Dabo answers his worst season in 15 years with a throwback: Morris back as OC, first-year QB Vizzina — and Clemson opens UNRANKED vs No. 11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Opposite repair jobs: LSU rebuilt with 44 transfers (21% back), Clemson added just 11 (41% back) — Saturday tells us which was right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market opened −11.5 and has walked to −10, toward the machine's −9 all week — and the loser burns a playoff mulligan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−9.1 is a preseason guess about a program running its second system and second staff inside one calendar year — and Clemson's offense is just as new. Install-week variance says treat every number here gently; 30–21 is a margin on a market total, not a script.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–231 · Clemson +231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–10 / –10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LSU -375 / Clemson +295 · Bov LSU -480 / Clemson +350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F66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CLEM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–10.5 → –10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–10.5 (Aug 18) → now –10 · opened –11.5 · CLV +0.5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Clemson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Dabo, year 18 — Chad Morris returns as 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Vizzina, first-year starter post-Klubnik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41% back · just 11 portal adds — still portal-light by choice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Allen's defense set the terms — the only unit on this field that never stopped being itself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Give Vizzina his pressure answers BEFORE the snap: quick game and screens, no improvising against Baker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explosives — don't trade field goals with LSU's skill talent; the top-5 blue-chip roster has to cash as big plays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Silence the crowd on third down — remove Death Valley's 2.5 and the machine has this at only 6.6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Lane Kiffin, off Ole Miss's 13-win CFP season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Sam Leavitt (Arizona State), the spring's biggest QB move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21% back · 44 portal adds — the biggest retool here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Leavitt — the portal-built OL on a short runway is the bet of the entire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early: force Allen's 4-2-5 to line up plain before the disguises load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Baker hunt — SP+'s projected No. 2 defense against a first-career-start QB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in the red zone: settling for field goals keeps an unranked underdog alive all night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Louisville vs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Golding's debut as the head man · Chambliss back after the eligibility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Golding's first game as the head man — can a promoted DC keep a 13-win CFP program's identity after Kiffin took its brain to Baton Rouge?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Chambliss chose Oxford over following Kiffin — the rarest continuity win (50% back); Brohm counters with his third new QB1 in three years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Ranked vs ranked, Sunday night in Nashville: #24 Louisville, #9 Ole Miss — neutral on paper, an Ole Miss crowd in practice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SP+ projects Louisville favored in every game AFTER this one — win here and the huge ACC script is live; Ole Miss defends the CFP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opened −8.5 and walked to −7 — it has come to the machine's −6.5. That's agreement, not edge. And nothing in a preseason prior prices a first-year head coach's clock-and-timeout management on a Sunday neutral floor.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Ole Miss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–184 · Louisville +184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Ole Miss +6.5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-265 / Louisville +215 · Bov Ole Miss -270 / Louisville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LOU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opened –8.5 · CLV -0.5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Kienholz: third QB1 in three years, least-proven yet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35% back · 33 portal adds — the annual Brohm re-skin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Ride the run game — the RB room is the roster's sneaky strength, and every carry keeps Chambliss on the sideline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coverage busts: top-20 havoc with bottom-40 explosives allowed is the Brohm tradeoff — one bust loses this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Pressure with the edges vs a rebuilt Ole Miss pass-pro — the one matchup the underdog clearly wins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Kienholz's menu short — Brohm's system has made a top-25 offense of every QB; let it work before asking for heroes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Pete Golding, promoted; kept the defensive spine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Chambliss, SEC Newcomer of the Year; won his eligibility appeal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50% back · 28 portal adds — the spine stayed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Chambliss escape — statistically the nation's best at turning dead plays into first downs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interior line ends Louisville's run game early — force the least-proven Brohm QB to win it himself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Brohm defense into simple, static looks — no disguise time, no gambling looks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field position all night — on a neutral floor against a new QB, the long field is a weapon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Wisconsin vs Notre Dame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the 'Leave No Doubt' tour opens · Fickell's survival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revenge tour begins: 'Leave No Doubt' was born from the selection-show snub — Freeman rewatches the pain on purpose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 is the card's continuity outlier — Carr in year two, 51% of production back, just 7 portal adds — in a week full of reboots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Fickell's survival season: a public vote of confidence, the Air Raid detour dead, and a G5 dual-threat QB making the B1G jump as a 20-point dog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No. 4 ND plays for a top-seed résumé; Wisconsin's 3-3-5 — top-25 two straight years with zero offensive help — plays for a moral cover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Housekeeping: our ledger's July first-seen here is a known CFBD sides-flip error — the honest movement read is the opener, −16.5 walked to −20.5, four points toward the Irish. Machine −21.1, market −20.5: agreement, and spreads this size sit in the favorite-longshot zone anyway. Watch, don't touch.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 –21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 –697 · Wisconsin +697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 +21.1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–20.5 / –20.5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 -1650 / Wisconsin +950 · Bov ND -2500 / Wisconsin +1000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625242" cy="365760"/>
          </a:xfrm>
          <a:prstGeom prst="round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 87%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13% WIS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–16.5 → –20.5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opened –16.5 → now –20.5 (first-seen excluded: sides-flip data error)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Wisconsin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Fickell, year 4 — survival season; the Air Raid detour is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Colton Joseph (Old Dominion), a real dual threat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31% back · 33 portal adds — retooled around a veteran OL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Shorten the game: long drives, clock runs, zero gifts — fewer possessions is the underdog's only math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counters vs the tite front built to erase the run-first pivot — the league's most veteran OL has to earn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Joseph's legs on third-and-medium — the one chain-mover that travels up from the G5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Force Carr to beat the 3-3-5 from the pocket — this defense is genuinely good enough to keep it inside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Notre Dame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Freeman — full staff and identity continuity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CJ Carr, year two: the top-10's likeliest QB leap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51% back · just 7 portal adds — the continuity program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post-Love duo/counter identity early — the gap-scheme run game sets up everything else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Carr in rhythm: play-action on schedule, nothing forced — his year-two leap is the top 10's likeliest QB jump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explosives and make Wisconsin drive 12 plays — bend-don't-break with elite tackling wins by attrition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'Leave No Doubt' means no scoreboard mercy — style points are seed points in a week-one résumé 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Florida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Mon Sep 7 · 7:30 ET · Labor Day nightcap · ON THE UPSET BOARD —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Monday night, alone on the calendar — the whole sport watches the week's last word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No program swung harder in 36 months than FSU (CFP → 2–10 → rebound) — now it hosts SMU's post-CFP expectations and a No. 19 ranking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SMU kept the roster (57% back, 15 adds) but lost BOTH coordinators to committee troikas; FSU kept Norvell but rents portal QBs a third time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RED ALERT: machine takes the home dog outright — FSU 52% vs market 42%; strip home field and it actually favors SMU by 1.8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Respect the backtest: RED alerts hit 49.7% ATS across 2023–25 — the flag is a research shortlist, not a pick. The entire machine case is the 2.5-point Monday-night home bump — neutralize the Doak and it likes SMU. And FSU's whiplash makes its prior the least trustworthy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FSU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FSU –110 · SMU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FSU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FSU +136 / SMU -162 · Bov FSU +145 / SMU -170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782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FSU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+2.5 → +3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+2.5 (Aug 18) → now +3 · CLV -0.5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Lashlee, year 5 — both coordinators left; co-coordinator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post-Jennings; the system made 3 straight top-25 offenses with 3 QBs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57% back · 15 portal adds — kept the roster, lost the callers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troika can call it — tempo and spacing from drive one, no committee hesitation on fourth downs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new quarterback from FSU's top-10 portal front — line play is the one place SMU is a tier below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Explosives, not field goals: White's 3-3-5 bends on purpose — long drives are the trap, chunk plays are the answer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takeaway ledger — the gambling back seven has to cash on the road, Monday night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Norvell, year 7 — Harris promoted to OC (Malzahn retired)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veteran portal room again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40% back · 22 portal adds — another portal reload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with the portal front — make the game physical exactly where the trench classes graded top-10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Quarterback run is the cheat code in Norvell's heavier-hand offense — the extra hat SMU's smaller front must answer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boom-bust: field position over hero ball — the whiplash program cannot beat itself Monday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Start fast and make the Doak matter — the machine's whole case for FSU is worth 2.5 points of Monday night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–10 / –10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 / –7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–20.5 / –20.5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+3 /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Coastal Carolina +21 at West Virginia · ML +950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Washington State +23.5 at #17 Washington · ML +1300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