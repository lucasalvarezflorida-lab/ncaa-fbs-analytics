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-5.3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Ole Miss +2.7 #18→#12 · Mississippi State +2.6 #25→#18 · Utah +2.2 #23→#16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Texas A&amp;M -5.3 #8→#9 · South Carolina -2.4 #15→#20 · USC -2.1 #17→#19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Tennessee averages more than 5.0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32 – Tennessee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79806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243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Machine’s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145536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177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182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209544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965960" y="31775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775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1912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9125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83864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5158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35204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3547872"/>
            <a:ext cx="201168" cy="2011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965960" y="35158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158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5295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08736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91363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home team has won the last two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297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Arial"/>
              </a:rPr>
              <a:t>Ole Miss 34–24 last year · Florida 24–17 in 2024, which kept Ole Miss out of the playoff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8188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910328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492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Florida averages under 9.9 yards an attempt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31 – Ole Miss 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Georgia averages under 4.5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USC converts more than 46% on third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Texas A&amp;M averages more than 2.8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–8.5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 — machine and 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5623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Texas 32 – Tennessee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85623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Texas 31–24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6700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58775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Florida 31 – Ole Miss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58775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Florida 35–34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286000" y="34015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31927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Georgia 29 – Oklahoma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3192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Georgia 34–20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286000" y="413308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05079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Oregon 32 – USC 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05079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Oregon 35–34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286000" y="486460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78231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LSU 29 – Texas A&amp;M 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8231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LSU 31–27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–8.5  ·  machine 3 higher on Texas A&amp;M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