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Texas –9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Florida –3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Georgia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Oregon –0.5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LSU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11095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4261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37413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105655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37175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+17.5 vs #25 Houston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