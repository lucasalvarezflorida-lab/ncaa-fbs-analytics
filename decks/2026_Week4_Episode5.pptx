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Texas –9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Florida –3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Georgia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Oregon –0.5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LSU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361188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383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76732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20624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428853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2686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–3.5  ·  machine 5.5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+17.5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