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Tennessee averages more than 5.0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Florida averages under 9.9 yards an attempt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Georgia averages under 4.5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USC converts more than 46% on third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Texas A&amp;M averages more than 2.8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–9.5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