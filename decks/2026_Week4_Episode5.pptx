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-5.3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Ole Miss +2.7 #18→#12 · Mississippi State +2.6 #25→#18 · Utah +2.2 #23→#16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Texas A&amp;M -5.3 #8→#9 · South Carolina -2.4 #15→#20 · USC -2.1 #17→#19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4436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Machine’s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465576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49758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50215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529584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965960" y="34975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4975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1129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803904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83590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384048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3867912"/>
            <a:ext cx="201168" cy="2011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965960" y="38359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8359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8496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84962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809744"/>
            <a:ext cx="6126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The home team has won the last two.</a:t>
            </a:r>
          </a:p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Ole Miss 34–24 last year. Florida 24–17 in 2024 (the loss that kept Ole Miss out of the playoff).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