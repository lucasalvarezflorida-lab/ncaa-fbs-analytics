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+7.5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+10.7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–9.5  ·  machine 4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