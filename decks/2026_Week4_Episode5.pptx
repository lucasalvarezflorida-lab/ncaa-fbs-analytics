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20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11.png"/><Relationship Id="rId9" Type="http://schemas.openxmlformats.org/officeDocument/2006/relationships/image" Target="../media/image24.png"/><Relationship Id="rId10" Type="http://schemas.openxmlformats.org/officeDocument/2006/relationships/image" Target="../media/image8.png"/><Relationship Id="rId11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4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28.6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otred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ndia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n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lorid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lemis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reg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tennesse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uta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+7.5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texaste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mississippi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+10.7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usc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southcarolin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nebrask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michiga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byu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aubur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louisvill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Louisville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Texas A&amp;M #9 vs AP #23 · BYU #23 vs AP #9 · Florida #11 vs AP #21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Oklahoma, South Carolina, Nebraska, Auburn   ·   Theirs, not ours: Iowa, Missouri, SMU, Houston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36-50 at Alabama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5.6 (4–8)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26-35 vs Virginia Tech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6.6 (5–8)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-6.3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28-20 vs North Carolina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ay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36-19 vs Louisiana Tech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rutg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35-42 vs USC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bostoncolle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22-16 vs Maine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lmonro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35-38 vs SE Louisiana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southcaroli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34-41 vs Mississippi State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wisconsi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80%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54-10 vs Eastern Michigan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10-54 at Wisconsin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Bill Belichick 66 · Deion Sanders 65 · Lincoln Riley 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 · market = DraftKings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41-of-45, 653 yards, 8 TD, 0 INT through two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0.844 (83)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19-of-27, 376 yards, 8 TD, 0 INT through two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1.024 (55)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35-of-49, 492 yards, 6 TD, 0 INT · 253 and 4 TD vs Rice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0.574 (78)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38-of-57, 598 yards, 4 TD, 1 INT · 278 in the loss at Texas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0.549 (88)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45.4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31-of-42, 437 yards, 5 TD · 81 rushing, 2 TD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 (99)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0.440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Jayden Maiava 29.9 (market #9) · Will Hammond 29.2 · Lincoln Kienholz 27.7 · Keelon Russell 27.5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46.8 · market +550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(+650) · Malachi Toney (+1300) · Ryan Wingo · Trent Mosley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–9   ·   +3.5 / +3.5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Gainesville · Ben Hill Griffin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Florida –3   ·   –3 / –3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Athens · Sanford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Georgia –14   ·   –14 / –14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Los Angeles · Memorial Coliseum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Oregon –0.5   ·   +3 / +3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–5.5   ·   –9.5 / –10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 · lines as of Sep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3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closing line = last pre-kick pull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Houston at Texas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TTU 33–20 · Man TTU 35–24 · FINAL TTU 28–26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Tech –13 · closing Texas Tech –7.5 · deserved HOU +4.9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off by · machine 11 · market 5.5 · man 9 — market closest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Louisville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LOU 30–29 · Man LOU 35–34 · FINAL LOU 41–31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Louisville –1 · closing Louisville –1.5 · deserved LOU +24.3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off by · machine 9 · market 8.5 · man 9 — market closest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SCAR 32–27 · Man SCAR 31–27 · FINAL MSST 41–34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South Carolina –5 · closing South Carolina –4 · deserved MSST +6.4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12 · market 11 · man 11 — market / man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Florida at Auburn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AUB 27–26 · Man AUB 28–27 · FINAL FLA 44–39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–0.5 · closing Florida –2.5 · deserved FLA +9.3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off by · machine 5.5 · market 2.5 · man 6 — market closest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LSU at Ole 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32–27 · Man LSU 34–28 · FINAL MISS 32–24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 · closing LSU –3 · deserved MISS +6.3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off by · machine 13 · market 11 · man 14 — market closest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market 38.5 · man 49.0 · machine 50.5 — closest: market 4, man 0, machine 0,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Points off the final score: man 77 · machine 83 · market-implied 76   |   Season margin: machine 211.5 vs market 205.5, 20 games · stated leans 4–3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12:00 ET · Knoxville · No. 1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No. 1 leaves Austin for the first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3.5 to Texas — quibble, not a 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+239 · Texas –239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+8.8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+3.5 / +3.5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Tennessee +154 / Texas -185 · Bov Tennessee +155 / Texas -180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875080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29%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71% TEX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has to hit downfield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Texas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first ranked opponent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Knowles' rush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Ole Miss at Florida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Gainesville · No. 4 at No.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first-year coaches, both 3–0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— no play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Florida –141 · Ole Miss +141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Florida +3.1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–3 / –3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Florida -162 / Ole Miss +136 · Bov Florida -165 / Ole Miss +140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1780336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FLA 59%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41% MISS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Chambliss vs the Florida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explosives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Lacy 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Feed Baugh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Chambliss off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georg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Georgia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Athens · unranked at No.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24 points in Oklahoma's last two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— no play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Georgia –413 · Oklahoma +413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Georgia +13.8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 / –14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Georgia -625 / Oklahoma +455 · Bov Georgia -650 / Oklahoma +450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2444191" cy="365760"/>
          </a:xfrm>
          <a:prstGeom prst="roundRect">
            <a:avLst/>
          </a:prstGeom>
          <a:solidFill>
            <a:srgbClr val="BA0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UGA 81%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19% 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pass rush is the path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 has to be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Reach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Smart, year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Stockton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Frazier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the ball out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Mateer one-dimensional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Oregon at USC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Los Angeles · No. 20 at No.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Oregon's season on the line in Week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Pick'em — no 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Oregon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USC +100 · Oregon –100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Oregon +0.3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USC +120 / Oregon -142 · Bov USC +125 / Oregon -140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1508760" cy="365760"/>
          </a:xfrm>
          <a:prstGeom prst="round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USC 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50% 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Oregon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Lanning,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Dante Moore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Moore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Patterson's secondary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USC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Riley,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Maiava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Maiava clean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third down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in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A&amp;M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Baton Rouge · No. 23 at No.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loser has two losses in September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3 to A&amp;M — the market ran past us · no 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–181 · Texas A&amp;M +181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–9.5 / –10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-380 / Texas A&amp;M +300 · Bov LSU -380 / Texas A&amp;M +290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54880"/>
            <a:ext cx="1931212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64%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TAMU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an explosive play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Block Umanmielen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the back 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Throw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Umanmielen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+3.5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–9.5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+10 vs Louisiana · ML +350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Georgia Southern +17.5 vs #25 Houston · ML +625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