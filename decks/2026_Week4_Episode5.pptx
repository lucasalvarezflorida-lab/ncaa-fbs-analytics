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-5.3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Ole Miss +2.7 #18→#12 · Mississippi State +2.6 #25→#18 · Utah +2.2 #23→#16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Texas A&amp;M -5.3 #8→#9 · South Carolina -2.4 #15→#20 · USC -2.1 #17→#19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Tennessee averages more than 5.0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Texas –4.5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79806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24328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Machine’s Rankings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145536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177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14" name="Oval 13"/>
          <p:cNvSpPr/>
          <p:nvPr/>
        </p:nvSpPr>
        <p:spPr>
          <a:xfrm>
            <a:off x="1600200" y="3182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209544"/>
            <a:ext cx="201168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965960" y="31775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775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1912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19125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483864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35158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22" name="Oval 21"/>
          <p:cNvSpPr/>
          <p:nvPr/>
        </p:nvSpPr>
        <p:spPr>
          <a:xfrm>
            <a:off x="1600200" y="35204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3547872"/>
            <a:ext cx="201168" cy="2011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965960" y="35158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5158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5295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2958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" y="408736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3913632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home team has won the last two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2976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Arial"/>
              </a:rPr>
              <a:t>Ole Miss 34–24 last year · Florida 24–17 in 2024, which kept Ole Miss out of the playoff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8188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910328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3492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Florida averages under 9.9 yards an attempt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46720" y="470916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Georgia averages under 4.5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USC converts more than 46% on third down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Oregon –3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Texas A&amp;M averages more than 2.8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LSU –9.5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–4.5  ·  machine 4.5 higher on Texas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–9.5  ·  machine 4 higher on Texas A&amp;M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+18.5 vs #25 Houston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