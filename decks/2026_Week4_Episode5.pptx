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20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1.png"/><Relationship Id="rId6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7.png"/><Relationship Id="rId4" Type="http://schemas.openxmlformats.org/officeDocument/2006/relationships/image" Target="../media/image36.png"/><Relationship Id="rId5" Type="http://schemas.openxmlformats.org/officeDocument/2006/relationships/image" Target="../media/image25.png"/><Relationship Id="rId6" Type="http://schemas.openxmlformats.org/officeDocument/2006/relationships/image" Target="../media/image18.png"/><Relationship Id="rId7" Type="http://schemas.openxmlformats.org/officeDocument/2006/relationships/image" Target="../media/image20.png"/><Relationship Id="rId8" Type="http://schemas.openxmlformats.org/officeDocument/2006/relationships/image" Target="../media/image11.png"/><Relationship Id="rId9" Type="http://schemas.openxmlformats.org/officeDocument/2006/relationships/image" Target="../media/image24.png"/><Relationship Id="rId10" Type="http://schemas.openxmlformats.org/officeDocument/2006/relationships/image" Target="../media/image8.png"/><Relationship Id="rId11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3.png"/><Relationship Id="rId8" Type="http://schemas.openxmlformats.org/officeDocument/2006/relationships/image" Target="../media/image13.png"/><Relationship Id="rId9" Type="http://schemas.openxmlformats.org/officeDocument/2006/relationships/image" Target="../media/image19.png"/><Relationship Id="rId10" Type="http://schemas.openxmlformats.org/officeDocument/2006/relationships/image" Target="../media/image9.png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4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29.1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28.6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eorg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otred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27.7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alaba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india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iam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19.3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enn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+4.8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florid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18.5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olemis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oregon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tennesse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uta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16.0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+7.5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texastech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15.3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-4.7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mississippi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Mississippi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+10.7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usc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southcarolina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nebrask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Nebraska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13.3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+4.5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michiga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byu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+0.1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auburn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+0.4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louisvill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Louisville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12.2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Texas A&amp;M #9 vs AP #23 · BYU #23 vs AP #9 · Florida #11 vs AP #21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Oklahoma, South Carolina, Nebraska, Auburn   ·   Theirs, not ours: Iowa, Missouri, SMU, Houston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6.3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36-50 at Alabama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aryl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5.6 (4–8)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26-35 vs Virginia Tech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clem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6.6 (5–8)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-6.3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28-20 vs North Carolina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bayl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36-19 vs Louisiana Tech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rutg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7%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-4.2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35-42 vs USC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bostoncolle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28%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3.8 (2–5)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22-16 vs Maine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ulmonro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Bryant Vincent · UL Monroe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8-16, yr 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35-38 vs SE Louisiana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southcarolin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58%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34-41 vs Mississippi State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wisconsi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80%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6.8 (5–9)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54-10 vs Eastern Michigan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easternmichiga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Chris Creighton · Eastern Michigan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27-24 thru 2024, yr 13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2.8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15%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4.3 (3–6)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10-54 at Wisconsin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Bill Belichick 66 · Deion Sanders 65 · Lincoln Riley 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640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71-of-79, 873 yards, 11 TD, 0 INT through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0.844 (83)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37-of-51, 649 yards, 10 TD, 0 INT through three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1.024 (55)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327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34" name="Oval 33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53-of-73, 726 yards, 6 TD, 0 INT through three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0.574 (78)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010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640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92%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46.2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44" name="Oval 43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56-of-79, 839 yards, 6 TD, 1 INT through three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0.549 (88)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010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782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0.546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640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327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45.4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55" name="Oval 54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uta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53-of-74, 690 yards, 7 TD, 1 INT · 115 rushing, 2 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Devon Dampier · Utah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0.481 (99)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0.413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782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0.440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640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327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33.4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Jayden Maiava 29.9 · Will Hammond 29.2 · Lincoln Kienholz 27.7 · Keelon Russell 27.5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46.8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(Ohio State) · Malachi Toney (Miami) · Ryan Wingo (Texas) · Trent Mosley (USC)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WEEK 4 · SEP 26,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Knoxville · Neyland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3774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1" i="0">
                <a:solidFill>
                  <a:srgbClr val="F47321"/>
                </a:solidFill>
                <a:latin typeface="Arial"/>
              </a:rPr>
              <a:t>12:00 PM 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Gainesville · Ben Hill Griffin Stadium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18211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Athens · Sanford Stadium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98678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1" i="0">
                <a:solidFill>
                  <a:srgbClr val="F47321"/>
                </a:solidFill>
                <a:latin typeface="Arial"/>
              </a:rPr>
              <a:t>3:30 PM 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Los Angeles · Memorial Coliseum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Baton Rouge · Tiger Stadium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80960" y="55961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800" b="1" i="0">
                <a:solidFill>
                  <a:srgbClr val="F47321"/>
                </a:solidFill>
                <a:latin typeface="Arial"/>
              </a:rPr>
              <a:t>7:30 PM 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3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Houston at Texas Tech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TTU 33–20 · Man TTU 35–24 · FINAL TTU 28–26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Tech –13 · deserved HOU +4.9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11 · man 9 — man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SMU at Louisville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LOU 30–29 · Man LOU 35–34 · FINAL LOU 41–31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Louisville –1 · deserved LOU +24.3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C6B7E"/>
                </a:solidFill>
                <a:latin typeface="Arial"/>
              </a:rPr>
              <a:t>off by · machine 9 · man 9 — dead tie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SCAR 32–27 · Man SCAR 31–27 · FINAL MSST 41–34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South Carolina –5 · deserved MSST +6.4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4D"/>
                </a:solidFill>
                <a:latin typeface="Arial"/>
              </a:rPr>
              <a:t>off by · machine 12 · man 11 — man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Florida at Auburn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AUB 27–26 · Man AUB 28–27 · FINAL FLA 44–39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Auburn –0.5 · deserved FLA +9.3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5.5 · man 6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LSU at Ole Miss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Machine LSU 32–27 · Man LSU 34–28 · FINAL MISS 32–24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LSU –5 · deserved MISS +6.3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off by · machine 13 · man 14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Margin miss: man 49.0 · machine 50.5 — closer: man 2, machine 2, 1 tie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Points off the final score: man 77 · machine 83   |   Machine's season: 211.5 off across 20 games · vs the deserved margins this week: 73.7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at Tennessee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12:00 ET · Knoxville · No. 1 at No.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No. 1 leaves Austin for the first time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71% — but Texas has not left Austin yet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–9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Tennessee +239 · Texas –239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+8.8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Texas –4.5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BF5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875080" cy="365760"/>
          </a:xfrm>
          <a:prstGeom prst="roundRect">
            <a:avLst/>
          </a:prstGeom>
          <a:solidFill>
            <a:srgbClr val="FF8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6273D"/>
                </a:solidFill>
                <a:latin typeface="Arial"/>
              </a:rPr>
              <a:t>TENN 29%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71% TEX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Sarkisian,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Arch, final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72%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Arch has to hit downfield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nness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Tennessee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at Tennessee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Heupel, year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Faizon Brandon, true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at Texas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Brandon's first ranked opponent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Knowles' rush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at Tennessee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flor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Ole Miss at Florida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Gainesville · No. 4 at No.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Two first-year coaches, both 3–0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59% — a field-goal game between two 3–0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Florida –141 · Ole Miss +141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Florida +3.1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Florida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780336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FLA 59%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41% MISS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Chambliss vs the Florida rush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Stop the explosives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Lacy going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Ole Miss at Florida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Feed Baugh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Chambliss off 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Ole Miss at Florida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georg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Oklahoma at Georgia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3:30 ET · Athens · unranked at No.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24 points in Oklahoma's last two games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81% — the most confident call on the card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Georgia –413 · Oklahoma +413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Georgia +13.8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Georgia –14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8416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2444191" cy="365760"/>
          </a:xfrm>
          <a:prstGeom prst="roundRect">
            <a:avLst/>
          </a:prstGeom>
          <a:solidFill>
            <a:srgbClr val="BA0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UGA 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19% 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klaho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Oklahoma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Venables,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Mateer returns, senior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pass rush is the path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Mateer has to be the run game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Reach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eorg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Georgia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Oklahoma at Georgia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Smart, year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Stockton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Frazier downhill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Get the ball out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Mateer one-dimensional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Oklahoma at Georgia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s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Oregon at USC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Los Angeles · No. 20 at No.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Oregon's season on the line in Week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A coin flip — the machine's honest answer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Oregon –0.5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USC +100 · Oregon –100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Oregon +0.3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Oregon –3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154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508760" cy="365760"/>
          </a:xfrm>
          <a:prstGeom prst="round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USC 50%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50% 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reg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Oregon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Lanning,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Dante Moore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75%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Moore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Stay out of third-and-long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Attack Patterson's secondary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USC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Oregon at USC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Riley,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Maiava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59%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Keep Maiava clean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Own third down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in the red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Oregon at USC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Texas A&amp;M at LSU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26 · 7:30 ET · Baton Rouge · No. 23 at No.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3113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loser has two losses in September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983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64% — the machine counts Kentucky as one bad game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600200"/>
            <a:ext cx="3566160" cy="411480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LSU –181 · Texas A&amp;M +181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218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Arial"/>
              </a:rPr>
              <a:t>LSU –9.5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566160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market's number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3886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27024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4709160"/>
            <a:ext cx="3017520" cy="365760"/>
          </a:xfrm>
          <a:prstGeom prst="roundRect">
            <a:avLst/>
          </a:prstGeom>
          <a:solidFill>
            <a:srgbClr val="5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4709160"/>
            <a:ext cx="1931212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9872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LSU 64%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479145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TAMU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512978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A&amp;M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Elko, year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Reed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73%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Find an explosive play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Block Umanmielen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Fix the back 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Texas A&amp;M at LSU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38328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20040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38912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20624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Throw deep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394959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5212079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Umanmielen on passing downs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5 · WEEK 4 · Texas A&amp;M at LSU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5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nness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at Tennessee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33 – Tennessee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21284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Texas –9  ·  market Texas –4.5  ·  machine 4.5 higher on Texas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emi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ori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Ole Miss at Florida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Florida 32 – Ole Miss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944368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Florida –3  ·  market Florida –3  ·  machine agrees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oklahom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eorgi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Oklahoma at Georgia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Georgia 29 – Oklahoma 15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06240" y="367588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Georgia –14  ·  market Georgia –14  ·  machine agrees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oreg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us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Oregon at USC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Oregon 32 – USC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40740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Oregon –0.5  ·  market Oregon –3  ·  machine 2.5 higher on USC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lsu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Texas A&amp;M at LSU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29 – Texas A&amp;M 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5138927"/>
            <a:ext cx="6949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LSU –5.5  ·  market LSU –9.5  ·  machine 4 higher on Texas A&amp;M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Charlotte +10 vs Louisiana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Georgia Southern +18.5 vs #25 Houston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Superdogs: 5 for a cover · 5 + the spread for a win · 1 for a push · research, not picks · market = DraftKings, Sep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