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Texas –9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Florida –3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Georgia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Oregon –0.5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LSU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the machine's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