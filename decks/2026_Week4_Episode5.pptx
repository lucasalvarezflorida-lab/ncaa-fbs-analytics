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TD, 0 INT through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19-of-27, 376 yards, 8 TD, 0 INT through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35-of-49, 492 yards, 6 TD, 0 INT · 253 and 4 TD vs Rice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38-of-57, 598 yards, 4 TD, 1 INT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31-of-42, 437 yards, 5 TD · 81 rushing, 2 TD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(market #9) · Will Hammond 29.2 · Lincoln Kienholz 27.7 · Keelon Russell 27.5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–9   ·  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Florida –3   ·   –2.5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Georgia –14   ·  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Oregon –0.5   ·   +1.5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–5.5   ·   –8.5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Tech 33–20 · FINAL Texas Tech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closing Texas Tech –7.5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11 · market off by 5.5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Louisville 30–29 · FINAL Louisville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closing Louisville –1.5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9 · market off by 8.5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South Carolina 32–27 · FINAL Mississippi State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closing South Carolina –4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11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27–26 · FINAL Florida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closing Florida –2.5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5.5 · market off by 2.5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32–27 · FINAL Ole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closing LSU –3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13 · market off by 11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50.5 · market 38.5 · machine closer in 0, market 5, 0 tie · vs the deserved margins: machine 73.7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211.5 vs market 205.5 across 20 games · stated leans 4–3 · Auburn +2.5 lost by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3.5 to Texas — quibble, not a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Tennessee +180 / Texas -218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Florida -135 / Ole Miss +114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31 – Ole Miss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Georgia -675 / Oklahoma +490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30 – Oklahoma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Pick'em — no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USC +102 / Oregon -122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3 to A&amp;M — the market ran past us · no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-395 / Texas A&amp;M +310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30 – Texas A&amp;M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31 – Ole Miss 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30 – Oklahoma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+1.5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30 – Texas A&amp;M 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–8.5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+14 vs Louisiana · ML +425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+19.5 vs #25 Houston · ML +900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