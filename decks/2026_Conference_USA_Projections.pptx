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Sheet1!$A$2:$A$10</c:f>
              <c:strCache>
                <c:ptCount val="9"/>
                <c:pt idx="0">
                  <c:v>Middle Tennessee</c:v>
                </c:pt>
                <c:pt idx="1">
                  <c:v>New Mexico State</c:v>
                </c:pt>
                <c:pt idx="2">
                  <c:v>Florida International</c:v>
                </c:pt>
                <c:pt idx="3">
                  <c:v>Missouri State</c:v>
                </c:pt>
                <c:pt idx="4">
                  <c:v>Kennesaw State</c:v>
                </c:pt>
                <c:pt idx="5">
                  <c:v>Jacksonville State</c:v>
                </c:pt>
                <c:pt idx="6">
                  <c:v>Liberty</c:v>
                </c:pt>
                <c:pt idx="7">
                  <c:v>Delaware</c:v>
                </c:pt>
                <c:pt idx="8">
                  <c:v>Western Kentucky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0.0081</c:v>
                </c:pt>
                <c:pt idx="1">
                  <c:v>0.0122</c:v>
                </c:pt>
                <c:pt idx="2">
                  <c:v>0.0378</c:v>
                </c:pt>
                <c:pt idx="3">
                  <c:v>0.0658</c:v>
                </c:pt>
                <c:pt idx="4">
                  <c:v>0.1007</c:v>
                </c:pt>
                <c:pt idx="5">
                  <c:v>0.1294</c:v>
                </c:pt>
                <c:pt idx="6">
                  <c:v>0.1573</c:v>
                </c:pt>
                <c:pt idx="7">
                  <c:v>0.1819</c:v>
                </c:pt>
                <c:pt idx="8">
                  <c:v>0.3036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Conference USA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Conference USA: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Western Kentucky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-4.9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5.5–2.5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7.1–4.9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Delaware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-6.6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4.9–3.1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6.8–5.2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Liberty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4.9–3.1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7.5–4.5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Jacksonville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4.7–3.3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7.1–4.9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Kennesaw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4.4–3.6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6.5–5.5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Missouri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-10.3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4.0–4.0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5.6–6.4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Florida 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5.8–6.2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New Mexico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-15.7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2.8–5.2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4.2–7.8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Middle Tennessee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2.7–5.3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4.5–7.5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Sam Houston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-18.4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2.3–5.7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3.8–8.2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Western Kentucky (30%)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Western Kentucky vs Delaware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59%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Conference USA: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Western Kentucky wins the league in 30% of seasons; Delaware is next at 18%.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Middle Tennessee's overall projection (4.5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