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P(champ)</c:v>
                </c:pt>
              </c:strCache>
            </c:strRef>
          </c:tx>
          <c:spPr>
            <a:solidFill>
              <a:srgbClr val="F47321"/>
            </a:solidFill>
          </c:spPr>
          <c:cat>
            <c:strRef>
              <c:f>Sheet1!$A$2:$A$10</c:f>
              <c:strCache>
                <c:ptCount val="9"/>
                <c:pt idx="0">
                  <c:v>NC State</c:v>
                </c:pt>
                <c:pt idx="1">
                  <c:v>Pittsburgh</c:v>
                </c:pt>
                <c:pt idx="2">
                  <c:v>Virginia Tech</c:v>
                </c:pt>
                <c:pt idx="3">
                  <c:v>Florida State</c:v>
                </c:pt>
                <c:pt idx="4">
                  <c:v>Virginia</c:v>
                </c:pt>
                <c:pt idx="5">
                  <c:v>Louisville</c:v>
                </c:pt>
                <c:pt idx="6">
                  <c:v>Clemson</c:v>
                </c:pt>
                <c:pt idx="7">
                  <c:v>SMU</c:v>
                </c:pt>
                <c:pt idx="8">
                  <c:v>Miami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0.0074</c:v>
                </c:pt>
                <c:pt idx="1">
                  <c:v>0.012</c:v>
                </c:pt>
                <c:pt idx="2">
                  <c:v>0.012</c:v>
                </c:pt>
                <c:pt idx="3">
                  <c:v>0.0132</c:v>
                </c:pt>
                <c:pt idx="4">
                  <c:v>0.0281</c:v>
                </c:pt>
                <c:pt idx="5">
                  <c:v>0.0521</c:v>
                </c:pt>
                <c:pt idx="6">
                  <c:v>0.0844</c:v>
                </c:pt>
                <c:pt idx="7">
                  <c:v>0.0989</c:v>
                </c:pt>
                <c:pt idx="8">
                  <c:v>0.6795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>
                  <a:solidFill>
                    <a:srgbClr val="16273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8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47321"/>
                </a:solidFill>
                <a:latin typeface="Arial"/>
              </a:rPr>
              <a:t>NCAA FBS ANALYTICS · CONFERENCE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ACC — 2026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CADCFC"/>
                </a:solidFill>
                <a:latin typeface="Arial"/>
              </a:rPr>
              <a:t>Projected standings, title race, and championship odds</a:t>
            </a:r>
          </a:p>
          <a:p>
            <a:pPr algn="l"/>
            <a:r>
              <a:rPr sz="1500" b="0" i="0">
                <a:solidFill>
                  <a:srgbClr val="CADCFC"/>
                </a:solidFill>
                <a:latin typeface="Arial"/>
              </a:rPr>
              <a:t>10,000 joint simulated seasons · ESPN 2026 preseason FPI prior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ACC: projected standings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234440"/>
          <a:ext cx="7863839" cy="4937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3405"/>
                <a:gridCol w="2539365"/>
                <a:gridCol w="737235"/>
                <a:gridCol w="1105852"/>
                <a:gridCol w="1105852"/>
                <a:gridCol w="819150"/>
                <a:gridCol w="982980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Pos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Team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FPI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Conf W–L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Overall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P(CG)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P(Champ)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6273D"/>
                          </a:solidFill>
                          <a:latin typeface="Arial"/>
                        </a:rPr>
                        <a:t>Miami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21.8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7.9–1.1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10.2–1.8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84%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68%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6273D"/>
                          </a:solidFill>
                          <a:latin typeface="Arial"/>
                        </a:rPr>
                        <a:t>SMU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11.1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6.3–2.7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8.4–3.6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34%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Clemson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13.4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5.5–2.5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8.3–3.7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Louisville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9.5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5.8–3.2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7.7–4.3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21%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5%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Virginia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7.9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5.3–3.7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7.9–4.1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Virginia Tech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7.4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4.7–4.3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7.1–4.9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5%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Pittsburgh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6.6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4.6–4.4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7.2–4.8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Florida State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9.3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4.1–3.9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6.7–5.3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5%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NC 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3.7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4.5–4.5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6.7–5.3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Georgia Tech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4.2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3.9–4.1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5.8–6.2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3%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Duke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4.0–5.0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5.9–6.1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North Carolina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4.9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3.3–4.7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5.7–6.3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Wake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3.4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3.7–5.3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6.2–5.8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California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0.9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3.4–5.6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5.4–6.6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Syracuse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-0.8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2.7–6.3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4.5–7.5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Boston College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-2.7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2.0–6.0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3.7–8.3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Stanford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-3.3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2.0–7.0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3.6–8.4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961120" y="1371600"/>
            <a:ext cx="26517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Favorite: Miami (68%)</a:t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/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Projected title game:</a:t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Miami vs SMU</a:t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/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Split: champion ≠ best overall record in 42% of seasons.</a:t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/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Shaded rows = projected CG pair.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ACC: the title race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280160"/>
          <a:ext cx="73152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595360" y="1645920"/>
            <a:ext cx="301752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Miami wins the league in 68% of seasons; SMU is next at 10%.</a:t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/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Schedule note: Wake Forest's overall projection (6.2 wins) outruns its conference finish — draw matters.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