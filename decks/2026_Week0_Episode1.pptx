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Three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43200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889504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739" y="2951683"/>
            <a:ext cx="497433" cy="49743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828800" y="2889504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979" y="2951683"/>
            <a:ext cx="497433" cy="497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2871216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3255264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8712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255264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58768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00507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" y="4067251"/>
            <a:ext cx="497433" cy="49743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828800" y="400507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0979" y="4067251"/>
            <a:ext cx="497433" cy="4974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7480" y="3986783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370831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9867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370831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74336"/>
            <a:ext cx="10515600" cy="91440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" y="512064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739" y="5182819"/>
            <a:ext cx="497433" cy="497433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828800" y="512064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0979" y="5182819"/>
            <a:ext cx="497433" cy="49743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5102351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5486400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10235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600" b="1" i="0">
                <a:solidFill>
                  <a:srgbClr val="F47321"/>
                </a:solidFill>
                <a:latin typeface="Arial"/>
              </a:rPr>
              <a:t>NDSU –2.7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486400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18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Hidden yards: special teams UNC #31 vs TCU #84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–6.5 / –8.5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5–7 pts on UNC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629460" cy="384048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−6.5 or worse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Carolina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Billy Edwards Jr.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Maryland grad; 2,881 yds/15 TD in 2024; Belichick's pick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Demon June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Corey's key, but see the run-front matchup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Shipp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 — the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Trech Kekahuna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slot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TCU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Jaden Craig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grad transfer, first year as the guy post-Hoover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Jordan Dwyer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Ka'Morreun Pimpton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Markis Deal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NT — anchors the #28 run front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DISAGREE BY A FULL FIELD GOAL — shop the number on air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card weakness: turnover-luck regression + a senior-driven pass rush now gone.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UVA –6.7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–3 / –6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3.7 pts on UVA at DK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961388" cy="384048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NCSU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UVA — value at −3, fair at −6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NC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NC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CJ Bailey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yr 3; 3,105 yds, 25 TD at 68.8%; top-5 returning ACC QB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Duke Scott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JoJo Trader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Joseph Adedire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Virginia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Virginia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Beau Pribula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Missouri transfer; named starter Jul 19; 11-9 TD-INT is the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Peyton Lewis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Rico Flores Jr.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Fisher Camac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3+ points to the model's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28800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945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NDSU –2.7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7889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31546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–10 → –7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611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market (DK / Bovada)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77639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37083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892040"/>
            <a:ext cx="3017520" cy="384048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6720" y="4892040"/>
            <a:ext cx="1719986" cy="384048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6528" y="4983479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43% JSU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53492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Players to watch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Jacksonville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Jacksonville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Caden Creel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2,600+ combined yds; dual-threat = Bison D's soft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Khristian Lando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 — the 'unleash'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Khurtiss Perry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DT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Jacob Cruz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EDGE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75488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83080"/>
            <a:ext cx="3840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" b="0" i="0">
                <a:solidFill>
                  <a:srgbClr val="EAF0F8"/>
                </a:solidFill>
                <a:latin typeface="Arial"/>
              </a:rPr>
              <a:t>North Dakota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7556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73D"/>
                </a:solidFill>
                <a:latin typeface="Arial"/>
              </a:rPr>
              <a:t>North Dakota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514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Nathan Hayes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825496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QB — FIRST career start; 'strongest arm since Wentz'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107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DJ Scott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21608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RB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30682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Mekhi Collins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617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WR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20293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73D"/>
                </a:solidFill>
                <a:latin typeface="Arial"/>
              </a:rPr>
              <a:t>Rebuilt CB 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13831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C6B7E"/>
                </a:solidFill>
                <a:latin typeface="Arial"/>
              </a:rPr>
              <a:t>the one unit with no returning 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505456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739" y="2567635"/>
            <a:ext cx="497433" cy="49743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828800" y="2505456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979" y="2567635"/>
            <a:ext cx="497433" cy="4974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2432304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83464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UNC ATS at −6.5 or worse · O/U no 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43230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TCU –1.5   ·   –6.5 / –8.5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8346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47872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767328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" y="3829507"/>
            <a:ext cx="497433" cy="49743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828800" y="3767328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0979" y="3829507"/>
            <a:ext cx="497433" cy="4974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7480" y="3694176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096511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UVA — value at −3, fair at −6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694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UVA –6.7   ·   –3 / 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096511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9744"/>
            <a:ext cx="10515600" cy="105156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1560" y="502920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739" y="5091379"/>
            <a:ext cx="497433" cy="497433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828800" y="5029200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0979" y="5091379"/>
            <a:ext cx="497433" cy="49743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697480" y="4956048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5358383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9560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F47321"/>
                </a:solidFill>
                <a:latin typeface="Arial"/>
              </a:rPr>
              <a:t>NDSU –2.7   ·   –10 →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5358383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