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1 · WEEK 0 · AUG 29,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North Carolina vs TCU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Dublin, Ireland · Aviva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286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TCU –1.5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62432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NC State at Virginia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Charlottesville · Scott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0906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UVA –6.5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4290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Fargo · Fargodome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389534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NDSU –2.5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hawai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tanfo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Hawai'i at Stanford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Palo Alto · Stanford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4700016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Stanford –1.5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503834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memphi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unlv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Memphis at UNLV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Las Vegas · Allegiant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5504688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UNLV –6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0" y="584301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ESPN 2026 preseason FPI + 2.5 HFA, empirical margin curve (σ 17.9, 2021–25 fit) · lines as of Aug 23 · model plays graded vs first-seen 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North Carolina vs TCU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noon ET · ESPN · Aer Lingus Classic · Belichick year two opens abroad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UNC rush offense #127 vs TCU rush defense #28 — June may find nothing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UNC's path: Edwards at TCU's #103 pass defense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TCU pass offense #29 vs UNC pass defense #49 — best-on-best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STRUCTURAL DISAGREEMENT: moneyline says TCU ~73%, machine says 54% — an 18-pt gap, not a spread quibble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Honesty check: UNC's −12.1 residual was 2025's biggest ACC market-overrating — the skepticism premium is earned. Line moved from −6.5 to −7.5 since Aug 18: the market is leaning further into TCU, not toward us.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554480"/>
            <a:ext cx="3566160" cy="43708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7373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0116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TCU –1.5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450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rial"/>
              </a:rPr>
              <a:t>TCU –118 · UNC +118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688336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TCU +1.5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TCU 24 – UNC 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328416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projected score · machine margin on the 47.5 market total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–7.5 / –8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9502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TCU -310 / UNC +250 · Bov TCU -235 / UNC +195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431596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6–6.5 pts on UNC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459028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4882896"/>
            <a:ext cx="3017520" cy="365760"/>
          </a:xfrm>
          <a:prstGeom prst="roundRect">
            <a:avLst/>
          </a:prstGeom>
          <a:solidFill>
            <a:srgbClr val="7BA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46720" y="4882896"/>
            <a:ext cx="1629460" cy="365760"/>
          </a:xfrm>
          <a:prstGeom prst="roundRect">
            <a:avLst/>
          </a:prstGeom>
          <a:solidFill>
            <a:srgbClr val="4D19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496519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TCU 54%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96528" y="496519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16273D"/>
                </a:solidFill>
                <a:latin typeface="Arial"/>
              </a:rPr>
              <a:t>46% UNC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530352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555040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FLAGS  YEL · STRUCT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Line ledger: first-seen –6.5 (Aug 18) → now –7.5 · opened –7.5 · CLV -1 · market ML 73% TCU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Lean: UNC ATS at −7.5 — research, not a play, while the win-prob gap is this wide · O/U no lean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Players to watch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502920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North Carolina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Billy Edwards Jr.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Maryland grad; 2,881 yds/15 TD in '24; '25 at Wisconsin lost to injury (7/16, 113 yds); Belichick's pick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826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Demon June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59359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2025: 464 yds at 5.5/carry, 3 total TD — Corey's key, but see the run-front matchup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05079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Jordan Shipp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36168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the X; 2025: 60 rec, 671 yds, 6 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8188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Trech Kekahuna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129783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slot — 2025 at Wisconsin: 26 rec, 211 yds; 129 rush yds, 1 TD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5605271"/>
            <a:ext cx="4572000" cy="10972"/>
          </a:xfrm>
          <a:prstGeom prst="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65099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64F0F"/>
                </a:solidFill>
                <a:latin typeface="Arial"/>
              </a:rPr>
              <a:t>FLAGS  DC Steve Belichick on indefinite medical leave since Aug 6; no return timeline · No interim DC named; Belichick says defense coached 'collectively' - play-caller unknown · GM Michael Lombardi on paid admin leave since Jul 27 (HR complaint); open-ended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1417320"/>
            <a:ext cx="5166360" cy="502920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152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TCU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Jaden Craig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Harvard grad transfer; 2025: 61.6%, 2,829 yds, 25-7; first year as the guy post-Hoover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2826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Jordan Dwyer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59359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2025: 54 rec, 730 yds, 7 TD (13.5 avg)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05079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Ka'Morreun Pimpton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36168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TE — 2025: just 1 catch (a TD)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8188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Markis Deal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129783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NT — anchors the #28 run front; 2025: 26 tkl, 2 TFL, 1 sack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5605271"/>
            <a:ext cx="4572000" cy="10972"/>
          </a:xfrm>
          <a:prstGeom prst="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9400" y="565099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64F0F"/>
                </a:solidFill>
                <a:latin typeface="Arial"/>
              </a:rPr>
              <a:t>FLAGS  Jaden Craig (Harvard, 0 FBS snaps) is working QB1; no formal Dykes announcement found · Projected starting S Jacob Fields dismissed Aug 18 (locker-room altercation Aug 13) · Jamel Johnson (5 INT in 2025) takes bigger safety role after Fields dismissal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1 · WEEK 0 · North Carolina vs TCU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c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NC State at Virginia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3:30 ET · revenge of the 35-31 end-zone INT · UVA: 11 wins, ACC CG loss in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books converged: −3 / −6 on Aug 18 → −5.5 everywhere by Aug 22 — the edge we stated is gone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UVA's #26 pass defense vs CJ Bailey's #36 pass offense decides it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NC State explosiveness bottom-third: sustain or stall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Special teams: UVA #56 vs NCSU #101 — ST cost State two 2025 games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UVA's +11.7 residual (11th-highest in FBS) says ESPN rates them well above what public inputs explain — and the roster lost 6 of its top 7 receivers and its senior pass rush. The machine's −6.7 is the stalest number on this card.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554480"/>
            <a:ext cx="3566160" cy="43708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7373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0116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UVA –6.5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450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rial"/>
              </a:rPr>
              <a:t>UVA –187 · NCSU +187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688336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UVA +6.7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UVA 30 – NCSU 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328416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projected score · machine margin on the 53.5 market total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–5.5 / –5.5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9502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UVA -218 / NCSU +180 · Bov UVA -145 / NCSU +125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431596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47321"/>
                </a:solidFill>
                <a:latin typeface="Arial"/>
              </a:rPr>
              <a:t>EDGE GONE — market converged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459028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4882896"/>
            <a:ext cx="3017520" cy="365760"/>
          </a:xfrm>
          <a:prstGeom prst="round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46720" y="4882896"/>
            <a:ext cx="1961388" cy="365760"/>
          </a:xfrm>
          <a:prstGeom prst="roundRect">
            <a:avLst/>
          </a:prstGeom>
          <a:solidFill>
            <a:srgbClr val="2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496519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UVA 65%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96528" y="496519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35% NCSU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530352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555040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FLAGS  EDGE_GONE · CLV+2.5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Line ledger: first-seen –3 (Aug 18) → now –5.5 · opened –3.5 · CLV +2.5 · market ML 66% UVA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No play: value was at −3, fair is −6, the market sits at −5.5 · machine still leans UVA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c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Players to watch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502920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c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NC 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NC 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CJ Bailey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yr 3; 2025: 3,105 yds, 25-9 at 68.8%; top-5 returning ACC QB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826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Duke Scott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59359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2025: 595 yds at 5.6/carry, 4 TD, plus 15 catches (Jayden on the stat sheet)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05079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JoJo Trader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36168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Miami transfer; 2025: 13 rec, 178 yds, 1 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8188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Joseph Adedire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129783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DE — 2025: 6 tkl, 2 TFL, 1 sack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5605271"/>
            <a:ext cx="4572000" cy="10972"/>
          </a:xfrm>
          <a:prstGeom prst="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65099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64F0F"/>
                </a:solidFill>
                <a:latin typeface="Arial"/>
              </a:rPr>
              <a:t>FLAGS  CJ Bailey (3rd-yr starter) healthy; no injury reports through camp · WR Teddy Hoffmann (top returning WR) suspended all of 2026 - PED positive · Doeren: eligibility situations pending for Jamel Johnson, KaTron Evans (details paywalled)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1417320"/>
            <a:ext cx="5166360" cy="502920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u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152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Virginia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Virginia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Beau Pribula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Missouri transfer; 2025: 67.4%, 1,946 yds, 11-9 TD-INT (+6 rush TD); named starter Jul 15 at ACC Kickoff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2826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Peyton Lewis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59359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Tennessee transfer; 2025: 290 yds, 7 TD on 70 carries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05079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Rico Flores Jr.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36168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UCLA transfer; 2025: 26 rec, 274 yds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8188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Fisher Camac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129783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DE — 2025: 44 tkl, 5.5 TFL, 3.5 sacks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5605271"/>
            <a:ext cx="4572000" cy="10972"/>
          </a:xfrm>
          <a:prstGeom prst="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9400" y="565099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64F0F"/>
                </a:solidFill>
                <a:latin typeface="Arial"/>
              </a:rPr>
              <a:t>FLAGS  Beau Pribula (Missouri) named starter Jul 15 at ACC Kickoff over Eli Holstein · RB/KR Solomon Beebe arrested Aug 17, 3 animal-cruelty misdemeanors; no team action yet · Beebe was primary KR and rotation back behind Lewis/Middlebrook (RB3, not RB2)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1 · WEEK 0 · NC State at Virginia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j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nd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5:30 ET · CBSSN · NDSU's first FBS game · 2015 FCS title rematch · ON THE UPSET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identity: #23 rush offense, back-to-back ~3,500-yard rushing seasons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pass game #107 — stack the box, make Creel throw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special teams #123 — hidden-yardage leaks compound indoors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NDSU has no ratings history — ESPN's −8.3 is a guess; max uncertainty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July 14 YEL alert: JSU +10, edge 7.3 — the market has since moved 3 points to the model's side (−7 at both books Aug 23). MAX UNCERTAINTY: NDSU has zero FBS ratings history, so the 57% deserves a range, not a point.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554480"/>
            <a:ext cx="3566160" cy="43708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7373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0116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NDSU –2.5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450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rial"/>
              </a:rPr>
              <a:t>NDSU –131 · JSU +131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688336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NDSU +2.7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NDSU 25 – JSU 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328416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projected score · machine margin on the 46.5 market total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–7 / –7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9502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NDSU -270 / JSU +220 · Bov NDSU -330 / JSU +265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431596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+3 CLV banked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459028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4882896"/>
            <a:ext cx="3017520" cy="365760"/>
          </a:xfrm>
          <a:prstGeom prst="round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46720" y="4882896"/>
            <a:ext cx="1719986" cy="365760"/>
          </a:xfrm>
          <a:prstGeom prst="roundRect">
            <a:avLst/>
          </a:prstGeom>
          <a:solidFill>
            <a:srgbClr val="0A5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496519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NDSU 57%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96528" y="496519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43% JSU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530352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555040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FLAGS  CLV+3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Line ledger: first-seen –10 (Jul 14) → now –7 · opened –10 · CLV +3 · market ML 70% NDSU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Model side: JSU at −7 or worse — already paid in line movement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j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nd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Players to watch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502920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j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Jacksonville 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Jacksonville 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Caden Creel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2025: 1,514 pass + 1,075 rush (5.9/carry), 16 total TD; dual-threat = Bison D's soft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826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Khristian Lando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59359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the 'unleash' key; 2025: 201 yds on 51 carries behind Creel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05079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Khurtiss Perry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36168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DT — 2025: 20 tkl, 4.5 TFL, 2 sacks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8188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Jacob Cruz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129783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EDGE — 2025: 14 tkl, 1.5 TFL, 1 INT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5605271"/>
            <a:ext cx="4572000" cy="10972"/>
          </a:xfrm>
          <a:prstGeom prst="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65099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64F0F"/>
                </a:solidFill>
                <a:latin typeface="Arial"/>
              </a:rPr>
              <a:t>FLAGS  Caden Creel returns as starter (1,076 rush yds / 1,514 pass yds in 2025); no injury news · RB1 Tre Cook transferred to WVU; Lando/Paul/Savage compete for carries · No JSU football injuries, suspensions, or arrests found as of Aug 23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1417320"/>
            <a:ext cx="5166360" cy="502920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nd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152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North Dakota State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North Dakota State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Nathan Hayes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FIRST career start; 2025 in relief: 25/44, 381 yds, 4-1, plus 88 rush yds; 'strongest arm since Wentz'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2826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DJ Scott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59359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2025: 502 yds at 5.3/carry, 6 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05079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Mekhi Collins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36168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2025: 6 catches, 159 yds, 2 TD — 26.5 per grab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8188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Rebuilt CB room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129783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the one unit with no returning proof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5605271"/>
            <a:ext cx="4572000" cy="10972"/>
          </a:xfrm>
          <a:prstGeom prst="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9400" y="565099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64F0F"/>
                </a:solidFill>
                <a:latin typeface="Arial"/>
              </a:rPr>
              <a:t>FLAGS  Nathan Hayes (5th-yr Sr, captain) confirmed QB1; first career start vs JSU · NOT title-ineligible: NCAA repealed 2-yr ban Jun 24 - bowl, MWC title game, CFP all open · DT Zach Vanderpool back at practice Aug 19 after slight knee tweak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1 · WEEK 0 · Jacksonville State at North Dakota State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wai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stanf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Hawai'i at Stanford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7:00 ET · ACC Network · Pritchard's first game · the machine rates Hawai'i the better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Neither side can run: Stanford rush offense #128 vs Hawai'i rush D #70; Hawai'i rush O #117 vs Stanford's #15 front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So it's Alejado (#52 pass offense) at Stanford's #115 pass defense — the run-and-shoot's whole path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Stanford QB Davis Warren: zero 2025 snaps at Michigan, career 7 TD–10 INT — unmodeled QB-tier risk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Hawai'i's #8 special teams was Matsuzawa (27/29) + Barfield's return TD — the kicker is gone; unit rank overstates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Hawai'i's +5.8 residual: ESPN's 2025 rating ran ahead of its inputs, and the two sack leaders left. The line moved −3 → −5.5 toward Stanford since it opened — the market is not buying the machine's Hawai'i lean.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554480"/>
            <a:ext cx="3566160" cy="43708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7373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0116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Stanford –1.5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450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rial"/>
              </a:rPr>
              <a:t>Stanford –119 · HAW +119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688336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Stanford +1.6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Stanford 26 – HAW 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328416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projected score · machine margin on the 49.5 market total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–5.5 / –5.5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9502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Stanford -218 / HAW +180 · Bov Stanford -170 / HAW +145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431596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3.9 pts on Hawai'i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459028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4882896"/>
            <a:ext cx="3017520" cy="365760"/>
          </a:xfrm>
          <a:prstGeom prst="roundRect">
            <a:avLst/>
          </a:prstGeom>
          <a:solidFill>
            <a:srgbClr val="003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46720" y="4882896"/>
            <a:ext cx="1629460" cy="365760"/>
          </a:xfrm>
          <a:prstGeom prst="roundRect">
            <a:avLst/>
          </a:prstGeom>
          <a:solidFill>
            <a:srgbClr val="8C1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496519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STAN 54%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96528" y="496519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46% HAW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530352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555040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FLAGS  CLV-2.5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Line ledger: first-seen –3 (Aug 18) → now –5.5 · opened –3 · CLV -2.5 · market ML 66% STAN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Lean: Hawai'i +5.5 — a 4-pt gap, not a conviction; the opener at +3 was the worse number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wai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stanf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Players to watch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502920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awai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Hawai'i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Hawai'i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Micah Alejado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MWC Preseason POY; 2025: 66.3%, 3,106 yds, 24-9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826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Pofele Ashlock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59359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2025: 76 rec, 827 yds, 8 TD; the top target left (Jackson Harris, 963 yds)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05079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Cam Barfield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36168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RB/KR — 2025: 371 rush yds, 4 TD; 28.7 per kick return with an 86-yd 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8188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Lesterlaisene Lagafuaina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129783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DL — 2025: 7.5 TFL, 3.5 sacks; the returning piece of a front that lost both sack leaders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5605271"/>
            <a:ext cx="4572000" cy="10972"/>
          </a:xfrm>
          <a:prstGeom prst="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65099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64F0F"/>
                </a:solidFill>
                <a:latin typeface="Arial"/>
              </a:rPr>
              <a:t>FLAGS  Backup QB Maika Eugenio off roster Jul 23 ('personal and team' issues per Chang) · Micah Alejado starts (MWC pre OPOY); Bjorn Jurgensen (Virginia) cemented QB2 · WR1 Pofele Ashlock (knee) sidelined all camp; return timeline unclear as of Aug 11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1417320"/>
            <a:ext cx="5166360" cy="502920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tanf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152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Stanford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Stanford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Davis Warren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Michigan transfer; 2025: no stat line (backup); career 5.4 yds/dropback, 7 TD–10 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2826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Micah Ford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59359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2025: 643 yds at 4.4/carry, 4 TD, plus 11 catches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05079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Nico Brown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36168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Yale transfer; 2025: 71 rec, 1,085 yds, 11 TD in the Ivy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8188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Matt Rose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129783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ILB — 2025: team-high 106 tkl, 8 TFL, 3 sacks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5605271"/>
            <a:ext cx="4572000" cy="10972"/>
          </a:xfrm>
          <a:prstGeom prst="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9400" y="565099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64F0F"/>
                </a:solidFill>
                <a:latin typeface="Arial"/>
              </a:rPr>
              <a:t>FLAGS  Davis Warren (Michigan) named starter Aug 18 over Dylan Rizk, Michael Mitchell Jr. · Warren tore right ACL in Dec 2024 bowl, missed all of 2025; first game back · Tavita Pritchard's first game as HC (hired Nov 28, 2025); Andrew Luck GM, year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1 · WEEK 0 · Hawai'i at Stanford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mph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nl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Memphis at UNLV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10:00 ET · FOX · G5 heavyweight opener · Huff's 53-transfer debut · first film_study game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Memphis rush offense #5 vs UNLV rush defense #130 — but that #5 was Silverfield's roster; Huff flipped 53 players (111th returning production)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UNLV rush offense #9 (Thomas, 7.0 a carry) vs Memphis rush D #20 — now led by transfers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Arnold (#32 pass O context) at Memphis's #118 pass defense; Memphis's QB derby is a zero-FBS-snap tier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Memphis's #16 special teams was Sutton Smith's 99-yd return TD — he's gone; UNLV #65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machine's −6.2 is built on 2025 unit ranks for a Memphis roster that is 53 transfers new — both sides' numbers are stale in opposite directions. Residuals are flat (MEM −1.8, UNLV +0.7); the line already moved to our side.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554480"/>
            <a:ext cx="3566160" cy="43708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7373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0116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UNLV –6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450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rial"/>
              </a:rPr>
              <a:t>UNLV –179 · MEM +179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688336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UNLV +6.2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UNLV 32 – MEM 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328416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projected score · machine margin on the 57.5 market total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–5.5 / –5.5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9502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UNLV -225 / MEM +185 · Bov UNLV -170 / MEM +145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431596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47321"/>
                </a:solidFill>
                <a:latin typeface="Arial"/>
              </a:rPr>
              <a:t>market came to us: –3 → –5.5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459028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4882896"/>
            <a:ext cx="3017520" cy="365760"/>
          </a:xfrm>
          <a:prstGeom prst="roundRect">
            <a:avLst/>
          </a:prstGeom>
          <a:solidFill>
            <a:srgbClr val="004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46720" y="4882896"/>
            <a:ext cx="1931212" cy="365760"/>
          </a:xfrm>
          <a:prstGeom prst="roundRect">
            <a:avLst/>
          </a:prstGeom>
          <a:solidFill>
            <a:srgbClr val="B1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496519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UNLV 64%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96528" y="496519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36% MEM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530352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555040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FLAGS  EDGE_GONE · CLV+2.5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Line ledger: first-seen –3 (Aug 18) → now –5.5 · opened –3 · CLV +2.5 · market ML 66% UNLV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Model side UNLV — the edge was at −3 and it's gone; at −5.5 this is a watch and the first film_study run, not a play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mph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nl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Players to watch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502920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emph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Memphis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Memphis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Air Noland / Marcus Stokes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derby — Noland threw 3 passes at South Carolina in 2025; Stokes: 3,297 yds, 30 TD at D-II West Florida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826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Dallan Hayden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59359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Colorado transfer; 2025: 326 yds at 4.7/carry, 1 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05079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Tychaun Chapman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36168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Southern Miss transfer; 2025: 24 rec, 444 yds, 3 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8188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J'Mond Tapp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129783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DL — Southern Miss transfer; 2025: 69 tkl, 12 TFL, 7.5 sacks, 10 hurries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5605271"/>
            <a:ext cx="4572000" cy="10972"/>
          </a:xfrm>
          <a:prstGeom prst="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65099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64F0F"/>
                </a:solidFill>
                <a:latin typeface="Arial"/>
              </a:rPr>
              <a:t>FLAGS  Huff picks Stokes vs Noland internally Aug 23 but won't announce until kickoff · Charles Huff's first game as Memphis HC (hired Dec 8, 2025); 75 new players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1417320"/>
            <a:ext cx="5166360" cy="502920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unl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152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UNLV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UNLV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Jackson Arnold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Auburn transfer; 2025: 63.3%, 1,309 yds, 6-2, +311 rush/8 TD in 8 starts (4-4); Orji still pushing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2826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Jai'Den Thomas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59359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MW POY candidate; 2025: 1,034 yds at 7.0/carry, 12 TD, +38 catches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05079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Rebuilt WR 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36168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every 2025 target gone (Bradley 931, Omeire, Reynolds); Reddicks, Stellato, Walker via portal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8188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Dee Crayton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129783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LB — Clemson transfer; 2025: 5 tkl as a reserve — the defense's 'patch' is unproven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5605271"/>
            <a:ext cx="4572000" cy="10972"/>
          </a:xfrm>
          <a:prstGeom prst="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9400" y="565099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64F0F"/>
                </a:solidFill>
                <a:latin typeface="Arial"/>
              </a:rPr>
              <a:t>FLAGS  Mullen: no starter named, Arnold and Orji may both play vs Memphis · DT Fuller, DB Welch, LB Spellman regained eligibility via Colorado ruling (NCAA appealing)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1 · WEEK 0 · Memphis at UNLV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1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Where the machine stands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075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130552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075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130552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03911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North Carolina vs TCU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68296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UNC ATS at −7.5 — research, not a play, while the win-prob gap is this wide · O/U no lean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03911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TCU –1.5   ·   –7.5 / –8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3865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807208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291693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971800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291693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2971800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28803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NC State at Virginia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209544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No play: value was at −3, fair is −6, the market sits at −5.5 · machine still leans UVA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8803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UVA –6.5   ·   –5.5 / –5.5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22783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648456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758183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81304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758183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81304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721607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050791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JSU at −7 or worse — already paid in line movement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721607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NDSU –2.5   ·   –7 / –7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0690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489704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59943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hawai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654296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59943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tanfo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654296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562856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Hawai'i at Stanford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4892040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Hawai'i +5.5 — a 4-pt gap, not a conviction; the opener at +3 was the worse number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562856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Stanford –1.5   ·   –5.5 / –5.5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491032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330952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4406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memphi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495544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4406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unlv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495544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404104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Memphis at UNLV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733288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UNLV — the edge was at −3 and it's gone; at −5.5 this is a watch and the first film_study run, not a play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540410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UNLV –6   ·   –5.5 / –5.5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575157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8FA5C4"/>
                </a:solidFill>
                <a:latin typeface="Arial"/>
              </a:rPr>
              <a:t>Paper record starts Week 0 — graded vs first-seen lines, never moved ones. Research, not picks.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