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~73%, machine says 54% — an 18-pt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TCU –118 · UNC +118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TCU +1.5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TCU 24 – UNC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47.5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TCU -310 / UNC +250 · Bov TCU -235 / UNC +195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629460" cy="365760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YEL · STRUCT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–6.5 (Aug 18) → now –7.5 · opened –7.5 · CLV -1 · market ML 73% TCU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−7.5 — research, not a play, while the win-prob gap is this wide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'24; '25 at Wisconsin lost to injury (7/16, 113 yds);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464 yds at 5.5/carry, 3 total TD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X; 2025: 60 rec, 671 yds, 6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 — 2025 at Wisconsin: 26 rec, 211 yds; 129 rush yds, 1 TD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Harvard grad transfer; 2025: 61.6%, 2,829 yds, 25-7;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54 rec, 730 yds, 7 TD (13.5 avg)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 — 2025: just 1 catch (a TD)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front; 2025: 26 tkl, 2 TFL, 1 sack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UVA –187 · NCSU +187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UVA +6.7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UVA 30 – NCSU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53.5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UVA -218 / NCSU +180 · Bov UVA -145 / NCSU +125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961388" cy="365760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–3.5 · CLV +2.5 · market ML 66% UVA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2025: 3,105 yds, 25-9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595 yds at 5.6/carry, 4 TD, plus 15 catches (Jayden on the stat sheet)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Miami transfer; 2025: 13 rec, 178 yds, 1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6 tkl, 2 TFL, 1 sack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2025: 67.4%, 1,946 yds, 11-9 TD-INT (+6 rush TD); named starter Jul 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Tennessee transfer; 2025: 290 yds, 7 TD on 70 carries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UCLA transfer; 2025: 26 rec, 274 yds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44 tkl, 5.5 TFL, 3.5 sacks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the model's side (−7 at both books Aug 23). MAX UNCERTAINTY: NDSU has zero FBS ratings history, so the 57% deserves a range, not a point.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NDSU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NDSU –131 · JSU +131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NDSU +2.7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NDSU 25 – JSU 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46.5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NDSU -270 / JSU +220 · Bov NDSU -330 / JSU +265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719986" cy="365760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CLV+3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–10 (Jul 14) → now –7 · opened –10 · CLV +3 · market ML 70% NDSU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2025: 1,514 pass + 1,075 rush (5.9/carry), 16 total TD;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key; 2025: 201 yds on 51 carries behind Creel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 — 2025: 20 tkl, 4.5 TFL, 2 sacks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 — 2025: 14 tkl, 1.5 TFL, 1 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2025 in relief: 25/44, 381 yds, 4-1, plus 88 rush yds;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502 yds at 5.3/carry, 6 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6 catches, 159 yds, 2 TD — 26.5 per grab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Stanford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Stanford –119 · HAW +119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Stanford +1.6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Stanford 26 – HAW 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49.5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Stanford -218 / HAW +180 · Bov Stanford -170 / HAW +145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629460" cy="365760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CLV-2.5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-2.5 · market ML 66% STAN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Hawai'i +5.5 — a 4-pt gap, not a conviction; the opener at +3 was the worse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Hawai'i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Hawai'i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Alejado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MWC Preseason POY; 2025: 66.3%, 3,106 yds, 24-9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Pofele Ashlock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76 rec, 827 yds, 8 TD; the top target left (Jackson Harris, 963 yds)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Cam Barfield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RB/KR — 2025: 371 rush yds, 4 TD; 28.7 per kick return with an 86-yd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Lesterlaisene Lagafuaina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2025: 7.5 TFL, 3.5 sacks; the returning piece of a front that lost both sack leaders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Stanford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Stanford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Davis Warren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Michigan transfer; 2025: no stat line (backup); career 5.4 yds/dropback, 7 TD–10 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Micah Ford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643 yds at 4.4/carry, 4 TD, plus 11 catches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Nico Brown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Yale transfer; 2025: 71 rec, 1,085 yds, 11 TD in the Ivy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Matt Rose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ILB — 2025: team-high 106 tkl, 8 TFL, 3 sacks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554480"/>
            <a:ext cx="3566160" cy="43708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UNLV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UNLV –179 · MEM +179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8833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UNLV +6.2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UNLV 32 – MEM 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32841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projected score · machine margin on the 57.5 market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950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UNLV -225 / MEM +185 · Bov UNLV -170 / MEM +145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15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5902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82896"/>
            <a:ext cx="3017520" cy="365760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0" y="4882896"/>
            <a:ext cx="1931212" cy="365760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49651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035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504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+2.5 · market ML 66%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 UNLV — the edge was at −3 and it's gone; at −5.5 this is a watch and the first film_study run, not a 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Memphis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Memphis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Air Noland / Marcus Stokes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derby — Noland threw 3 passes at South Carolina in 2025; Stokes: 3,297 yds, 30 TD at D-II West Florida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Dallan Hayden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Colorado transfer; 2025: 326 yds at 4.7/carry, 1 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Tychaun Chapman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Southern Miss transfer; 2025: 24 rec, 444 yds, 3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J'Mond Tapp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DL — Southern Miss transfer; 2025: 69 tkl, 12 TFL, 7.5 sacks, 10 hurries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UNLV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UNLV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Jackson Arnold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Auburn transfer; 2025: 63.3%, 1,309 yds, 6-2, +311 rush/8 TD in 8 starts (4-4); Orji still pushing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Jai'Den Thomas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MW POY candidate; 2025: 1,034 yds at 7.0/carry, 12 TD, +38 catches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WR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every 2025 target gone (Bradley 931, Omeire, Reynolds); Reddicks, Stellato, Walker via portal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Dee Crayton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LB — Clemson transfer; 2025: 5 tkl as a reserve — the defense's 'patch' is unproven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UNC ATS at −7.5 — research, not a play, while the win-prob gap is this wide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–6.5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Hawai'i +5.5 — a 4-pt gap, not a conviction; the opener at +3 was the worse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–1.5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UNLV — the edge was at −3 and it's gone; at −5.5 this is a watch and the first film_study run, not a 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