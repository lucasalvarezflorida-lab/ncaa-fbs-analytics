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Three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889504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" y="2951683"/>
            <a:ext cx="497433" cy="49743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828800" y="2889504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951683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2871216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2552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8712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255264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58768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00507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" y="4067251"/>
            <a:ext cx="497433" cy="49743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828800" y="400507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979" y="4067251"/>
            <a:ext cx="497433" cy="4974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7480" y="3986783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370831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9867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370831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74336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512064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39" y="5182819"/>
            <a:ext cx="497433" cy="497433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828800" y="512064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0979" y="5182819"/>
            <a:ext cx="497433" cy="49743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5102351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48640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10235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NDSU –2.7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864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σ 13.5 · lines as of Aug 18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Hidden yards: special teams UNC #31 vs TCU #84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–6.5 / –8.5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5–7 pts on UNC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629460" cy="384048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−6.5 or worse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2024;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grad transfer, first year as the guy post-Hoover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DISAGREE BY A FULL FIELD GOAL — shop the number on air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card weakness: turnover-luck regression + a senior-driven pass rush now gone.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–3 / 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3.7 pts on UVA at 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2082088" cy="384048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31% NCSU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UVA — value at −3, fair at −6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3,105 yds, 25 TD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named starter Jul 19; 11-9 TD-INT is the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3+ points to the model's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NDSU –2.7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–10 → 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750161" cy="384048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42% 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2,600+ combined yds;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'strongest arm since Wentz'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505456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" y="2567635"/>
            <a:ext cx="497433" cy="49743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828800" y="2505456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567635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2432304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834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UNC ATS at −6.5 or worse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323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TCU –1.5   ·   –6.5 / –8.5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47872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767328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" y="3829507"/>
            <a:ext cx="497433" cy="49743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828800" y="3767328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979" y="3829507"/>
            <a:ext cx="497433" cy="4974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7480" y="369417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096511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UVA — value at −3, fair at −6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694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UVA –6.7   ·   –3 /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096511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9744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502920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39" y="5091379"/>
            <a:ext cx="497433" cy="497433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828800" y="502920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0979" y="5091379"/>
            <a:ext cx="497433" cy="49743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4956048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35838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9560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NDSU –2.7   ·   –10 →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5358383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