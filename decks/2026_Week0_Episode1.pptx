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NDSU –2.7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Palo Alto · Stanford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Stanford –1.6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Las Vegas · Allegiant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UNLV –6.2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23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STRUCTURAL DISAGREEMENT: moneyline says TCU ~71%, machine says 54% — a 17-pt gap, not a spread quibble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 Line moved from −6.5 to −7.5 since Aug 18: the market is leaning further into TCU, not toward 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–7.5 / 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6–6.5 pts on UNC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629460" cy="384048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−7.5 — research, not a play, while the win-prob gap is this wide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'24; '25 at Wisconsin lost to injury (7/16, 113 yds);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464 yds at 5.5/carry, 3 total TD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X; 2025: 60 rec, 671 yds, 6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 — 2025 at Wisconsin: 26 rec, 211 yds; 129 rush yds, 1 TD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Harvard grad transfer; 2025: 61.6%, 2,829 yds, 25-7; first year as the guy post-Hoover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54 rec, 730 yds, 7 TD (13.5 avg)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 — 2025: just 1 catch (a TD)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front; 2025: 26 tkl, 2 TFL, 1 sack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converged: −3 / −6 on Aug 18 → −5.5 everywhere by Aug 22 — the edge we stated is gone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+11.7 residual (11th-highest in FBS) says ESPN rates them well above what public inputs explain — and the roster lost 6 of its top 7 receivers and its senior pass rush. The machine's −6.7 is the stalest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EDGE GONE — market converged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961388" cy="384048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2025: 3,105 yds, 25-9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595 yds at 5.6/carry, 4 TD, plus 15 catches (Jayden on the stat sheet)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Miami transfer; 2025: 13 rec, 178 yds, 1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6 tkl, 2 TFL, 1 sack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2025: 67.4%, 1,946 yds, 11-9 TD-INT (+6 rush TD); named starter Jul 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Tennessee transfer; 2025: 290 yds, 7 TD on 70 carries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UCLA transfer; 2025: 26 rec, 274 yds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44 tkl, 5.5 TFL, 3.5 sacks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 points to the model's side (−7 at both books Aug 23). MAX UNCERTAINTY: NDSU has zero FBS ratings history, so the 57% deserves a range, not a point.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NDSU –2.7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–10 → 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719986" cy="384048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2025: 1,514 pass + 1,075 rush (5.9/carry), 16 total TD;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key; 2025: 201 yds on 51 carries behind Creel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 — 2025: 20 tkl, 4.5 TFL, 2 sacks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 — 2025: 14 tkl, 1.5 TFL, 1 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2025 in relief: 25/44, 381 yds, 4-1, plus 88 rush yds; 'strongest arm since Wentz'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502 yds at 5.3/carry, 6 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6 catches, 159 yds, 2 TD — 26.5 per grab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Hawai'i at Stanford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7:00 ET · ACC Network · Pritchard's first game · the machine rates Hawai'i the better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side can run: Stanford rush offense #128 vs Hawai'i rush D #70; Hawai'i rush O #117 vs Stanford's #15 front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So it's Alejado (#52 pass offense) at Stanford's #115 pass defense — the run-and-shoot's whole path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Stanford QB Davis Warren: zero 2025 snaps at Michigan, career 7 TD–10 INT — unmodeled QB-tier risk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Hawai'i's #8 special teams was Matsuzawa (27/29) + Barfield's return TD — the kicker is gone; unit rank overstates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Hawai'i's +5.8 residual: ESPN's 2025 rating ran ahead of its inputs, and the two sack leaders left. The line moved −3 → −5.5 toward Stanford since it opened — the market is not buying the machine's Hawai'i lean.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Stanford –1.6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3.9 pts on Hawai'i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003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629460" cy="384048"/>
          </a:xfrm>
          <a:prstGeom prst="roundRect">
            <a:avLst/>
          </a:prstGeom>
          <a:solidFill>
            <a:srgbClr val="8C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STAN 54%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HAW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Hawai'i +5.5 — a 4-pt gap, not a conviction; the opener at +3 was the worse number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Hawai'i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Hawai'i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Micah Alejado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MWC Preseason POY; 2025: 66.3%, 3,106 yds, 24-9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Pofele Ashlock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76 rec, 827 yds, 8 TD; the top target left (Jackson Harris, 963 yds)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Cam Barfield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RB/KR — 2025: 371 rush yds, 4 TD; 28.7 per kick return with an 86-yd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Lesterlaisene Lagafuaina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DL — 2025: 7.5 TFL, 3.5 sacks; the returning piece of a front that lost both sack leaders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Stanford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Stanford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Davis Warren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Michigan transfer; 2025: no stat line (backup); career 5.4 yds/dropback, 7 TD–10 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Micah Ford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643 yds at 4.4/carry, 4 TD, plus 11 catches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Nico Brown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Yale transfer; 2025: 71 rec, 1,085 yds, 11 TD in the Ivy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Matt Rose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ILB — 2025: team-high 106 tkl, 8 TFL, 3 sacks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Hawai'i at Stanford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Memphis at UNLV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10:00 ET · FOX · G5 heavyweight opener · Huff's 53-transfer debut · first film_study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 rush offense #5 vs UNLV rush defense #130 — but that #5 was Silverfield's roster; Huff flipped 53 players (111th returning production)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UNLV rush offense #9 (Thomas, 7.0 a carry) vs Memphis rush D #20 — now led by transfers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Arnold (#32 pass O context) at Memphis's #118 pass defense; Memphis's QB derby is a zero-FBS-snap tier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Memphis's #16 special teams was Sutton Smith's 99-yd return TD — he's gone; UNLV #65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−6.2 is built on 2025 unit ranks for a Memphis roster that is 53 transfers new — both sides' numbers are stale in opposite directions. Residuals are flat (MEM −1.8, UNLV +0.7); the line already moved to our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UNLV –6.2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market came to us: –3 → –5.5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004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931212" cy="384048"/>
          </a:xfrm>
          <a:prstGeom prst="roundRect">
            <a:avLst/>
          </a:prstGeom>
          <a:solidFill>
            <a:srgbClr val="B1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UNLV 64%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MEM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 UNLV — the edge was at −3 and it's gone; at −5.5 this is a watch and the first film_study run, not a play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Memphis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Memphis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Air Noland / Marcus Stokes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derby — Noland threw 3 passes at South Carolina in 2025; Stokes: 3,297 yds, 30 TD at D-II West Florida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Dallan Hayden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Colorado transfer; 2025: 326 yds at 4.7/carry, 1 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Tychaun Chapman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Southern Miss transfer; 2025: 24 rec, 444 yds, 3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J'Mond Tapp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DL — Southern Miss transfer; 2025: 69 tkl, 12 TFL, 7.5 sacks, 10 hurries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UNLV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UNLV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Jackson Arnold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Auburn transfer; 2025: 63.3%, 1,309 yds, 6-2, +311 rush/8 TD in 8 starts (4-4); Orji still pushing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Jai'Den Thomas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MW POY candidate; 2025: 1,034 yds at 7.0/carry, 12 TD, +38 catches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WR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every 2025 target gone (Bradley 931, Omeire, Reynolds); Reddicks, Stellato, Walker via portal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Dee Crayton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LB — Clemson transfer; 2025: 5 tkl as a reserve — the defense's 'patch' is unproven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Memphis at UNLV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UNC ATS at −7.5 — research, not a play, while the win-prob gap is this wide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TCU –1.5   ·   –7.5 / 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UVA –6.7   ·   –5.5 /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NDSU –2.7   ·   –10 →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Hawai'i +5.5 — a 4-pt gap, not a conviction; the opener at +3 was the worse number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Stanford –1.6   ·   –5.5 / –5.5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UNLV — the edge was at −3 and it's gone; at −5.5 this is a watch and the first film_study run, not a 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UNLV –6.2   ·   –5.5 /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