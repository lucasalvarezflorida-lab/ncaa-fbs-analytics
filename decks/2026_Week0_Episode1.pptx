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1 · WEEK 0 · AUG 29,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North Carolina vs TCU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Dublin, Ireland · Aviva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286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TCU –1.5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62432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NC State at Virginia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Charlottesville · Scott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0906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UVA –6.5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4290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Fargo · Fargodome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89534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NDSU –2.5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hawai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t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Hawai'i at Stanford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Palo Alto · Stanford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4700016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Stanford –1.5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503834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memph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unlv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Memphis at UNLV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Las Vegas · Allegiant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5504688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UNLV –6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584301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ESPN 2026 preseason FPI + 2.5 HFA, empirical margin curve (σ 17.9, 2021–25 fit) · lines as of Aug 23 · model plays graded vs first-seen 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North Carolina vs TCU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noon ET · ESPN · Aer Lingus Classic · Belichick year two opens abroad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UNC rush offense #127 vs TCU rush defense #28 — June may find nothing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UNC's path: Edwards at TCU's #103 pass defense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TCU pass offense #29 vs UNC pass defense #49 — best-on-best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STRUCTURAL DISAGREEMENT: moneyline says TCU ~73%, machine says 54% — an 18-pt gap, not a spread quibble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Honesty check: UNC's −12.1 residual was 2025's biggest ACC market-overrating — the skepticism premium is earned. Line moved from −6.5 to −7.5 since Aug 18: the market is leaning further into TCU, not toward us.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TCU –1.5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TCU –118 · UNC +118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TCU +1.5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TCU -310 / UNC +250 · Bov TCU -235 / UNC +195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6–6.5 pts on UNC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7BA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629460" cy="365760"/>
          </a:xfrm>
          <a:prstGeom prst="roundRect">
            <a:avLst/>
          </a:prstGeom>
          <a:solidFill>
            <a:srgbClr val="4D19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TCU 54%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16273D"/>
                </a:solidFill>
                <a:latin typeface="Arial"/>
              </a:rPr>
              <a:t>46% UNC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–7.5 · CLV -1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–7.5 · opened –7.5 · CLV -1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North Carolina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Throw it — TCU's pass defense is the soft spot; the run game is closed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Win the hidden yards — the special-teams edge is real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Bend-don't-break without Steve Belichick: keep the defense simple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Keep the circus outside: a clean, scripted first quarter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TCU — what it takes</a:t>
            </a:r>
          </a:p>
        </p:txBody>
      </p:sp>
      <p:sp>
        <p:nvSpPr>
          <p:cNvPr id="20" name="Oval 19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Craig efficient, not heroic — distribute to a loaded receiver room</a:t>
            </a:r>
          </a:p>
        </p:txBody>
      </p:sp>
      <p:sp>
        <p:nvSpPr>
          <p:cNvPr id="22" name="Oval 21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Make UNC one-dimensional with the run front, then rush the passer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Hold up in the back end with a new starting safety</a:t>
            </a:r>
          </a:p>
        </p:txBody>
      </p:sp>
      <p:sp>
        <p:nvSpPr>
          <p:cNvPr id="26" name="Oval 25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Dwyer in the return game: the weapon inside a mediocre unit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TCU 25 – UNC 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TCU –1.5 · market –7.5 / –8 · projected score · machine margin on the 47.5 market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1 · WEEK 0 · North Carolina vs TCU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NC State at Virginia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3:30 ET · revenge of the 35-31 end-zone INT · UVA: 11 wins, ACC CG loss in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books converged: −3 / −6 on Aug 18 → −5.5 everywhere by Aug 22 — the edge we stated is gone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UVA's #26 pass defense vs CJ Bailey's #36 pass offense decides it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NC State explosiveness bottom-third: sustain or stall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Special teams: UVA #56 vs NCSU #101 — ST cost State two 2025 games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UVA's +11.7 residual (11th-highest in FBS) says ESPN rates them well above what public inputs explain — and the roster lost 6 of its top 7 receivers and its senior pass rush. The machine's −6.7 is the stalest number on this 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UVA –6.5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UVA –187 · NCSU +187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UVA +6.7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–5.5 / –5.5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UVA -218 / NCSU +180 · Bov UVA -145 / NCSU +125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EDGE GONE — market converged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61388" cy="365760"/>
          </a:xfrm>
          <a:prstGeom prst="roundRect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UVA 65%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35% NCSU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–3 → –5.5 · CLV +2.5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–3 (Aug 18) → now –5.5 · opened –3.5 · CLV +2.5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NC State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Bailey has to beat an elite pass defense with a rebuilt receiver room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Establish Duke Scott to stay out of obvious passing downs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Stop losing games on special teams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Make Pribula the story — pressure with the new edges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Virginia — what it takes</a:t>
            </a:r>
          </a:p>
        </p:txBody>
      </p:sp>
      <p:sp>
        <p:nvSpPr>
          <p:cNvPr id="20" name="Oval 19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Pribula ball security: no giveaways, no hero throws</a:t>
            </a:r>
          </a:p>
        </p:txBody>
      </p:sp>
      <p:sp>
        <p:nvSpPr>
          <p:cNvPr id="22" name="Oval 21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Ride the veteran O-line and the run game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Replace the pass rush, not just the pass rushers</a:t>
            </a:r>
          </a:p>
        </p:txBody>
      </p:sp>
      <p:sp>
        <p:nvSpPr>
          <p:cNvPr id="26" name="Oval 25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Let the pass defense win the rebuilt-receiver matchup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UVA 30 – NCSU 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UVA –6.5 · market –5.5 / –5.5 · projected score · machine margin on the 53.5 market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1 · WEEK 0 · NC State at Virginia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5:30 ET · CBSSN · NDSU's first FBS game · 2015 FCS title rematch · ON THE UPSET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identity: #23 rush offense, back-to-back ~3,500-yard rushing seasons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pass game #107 — stack the box, make Creel throw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special teams #123 — hidden-yardage leaks compound indoors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NDSU has no ratings history — ESPN's −8.3 is a guess; max uncertainty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July 14 YEL alert: JSU +10, edge 7.3 — the market has since moved 3 points to our side (−7 at both books). MAX UNCERTAINTY: zero FBS ratings history, so the 57% deserves a range, not a point. And NDSU is FULLY ELIGIBLE — the NCAA repealed the transition ban Jun 24: MWC title game, bowls and the CFP are all open in year 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NDSU –2.5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NDSU –131 · JSU +131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NDSU +2.7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 / –7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NDSU -270 / JSU +220 · Bov NDSU -330 / JSU +265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+3 CLV banked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719986" cy="365760"/>
          </a:xfrm>
          <a:prstGeom prst="roundRect">
            <a:avLst/>
          </a:prstGeom>
          <a:solidFill>
            <a:srgbClr val="0A5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NDSU 57%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43% JSU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–10 → –7 · CLV +3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–10 (Jul 14) → now –7 · opened –10 · CLV +3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Jacksonville State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Run into a front with no FBS tape — the identity must survive the RB change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Stay ahead of the chains; don't make Creel throw 30 times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No hidden-yardage leaks indoors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Make Hayes beat you in his first start — disguise, third-and-long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North Dakota State — what it takes</a:t>
            </a:r>
          </a:p>
        </p:txBody>
      </p:sp>
      <p:sp>
        <p:nvSpPr>
          <p:cNvPr id="20" name="Oval 19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Protect Hayes early: scripted, short, on schedule</a:t>
            </a:r>
          </a:p>
        </p:txBody>
      </p:sp>
      <p:sp>
        <p:nvSpPr>
          <p:cNvPr id="22" name="Oval 21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Lean on the run game and the O-line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Tackle Creel in space — the rebuilt CB room's test</a:t>
            </a:r>
          </a:p>
        </p:txBody>
      </p:sp>
      <p:sp>
        <p:nvSpPr>
          <p:cNvPr id="26" name="Oval 25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Take the free points JSU's special teams give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NDSU 25 – JSU 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NDSU –2.5 · market –7 / –7 · projected score · machine margin on the 46.5 market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1 · WEEK 0 · Jacksonville State at North Dakota State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wai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stanf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Hawai'i at Stanford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7:00 ET · ACC Network · Pritchard's first game · the machine rates Hawai'i the better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Neither side can run: Stanford rush offense #128 vs Hawai'i rush D #70; Hawai'i rush O #117 vs Stanford's #15 front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So it's Alejado (#52 pass offense) at Stanford's #115 pass defense — the run-and-shoot's whole path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Stanford QB Davis Warren: zero 2025 snaps at Michigan, career 7 TD–10 INT — unmodeled QB-tier risk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Hawai'i's #8 special teams was Matsuzawa (27/29) + Barfield's return TD — the kicker is gone; unit rank overstates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Hawai'i's +5.8 residual: ESPN's 2025 rating ran ahead of its inputs, and the two sack leaders left. The line moved −3 → −5.5 toward Stanford since it opened — the market is not buying the machine's Hawai'i lean.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Stanford –1.5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Stanford –119 · HAW +119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Stanford +1.6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–5.5 / –5.5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Stanford -218 / HAW +180 · Bov Stanford -170 / HAW +145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3.9 pts on Hawai'i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629460" cy="365760"/>
          </a:xfrm>
          <a:prstGeom prst="roundRect">
            <a:avLst/>
          </a:prstGeom>
          <a:solidFill>
            <a:srgbClr val="8C1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STAN 54%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46% HAW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–3 → –5.5 · CLV -2.5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–3 (Aug 18) → now –5.5 · opened –3 · CLV -2.5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wai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stanf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awai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Hawai'i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Volume through the air at a bottom-20 pass defense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Find the targets if Ashlock can't go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Keep Alejado upright against Stanford's one good unit — the run front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Three stops, not ten — and don't lose the kicking game with a new kicker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tanf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Stanford — what it takes</a:t>
            </a:r>
          </a:p>
        </p:txBody>
      </p:sp>
      <p:sp>
        <p:nvSpPr>
          <p:cNvPr id="20" name="Oval 19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Warren efficient, not expansive — first game back from the ACL</a:t>
            </a:r>
          </a:p>
        </p:txBody>
      </p:sp>
      <p:sp>
        <p:nvSpPr>
          <p:cNvPr id="22" name="Oval 21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Make the run game exist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Tackle in space against four wide</a:t>
            </a:r>
          </a:p>
        </p:txBody>
      </p:sp>
      <p:sp>
        <p:nvSpPr>
          <p:cNvPr id="26" name="Oval 25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Hold serve on special teams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Stanford 26 – HAW 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Stanford –1.5 · market –5.5 / –5.5 · projected score · machine margin on the 49.5 market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1 · WEEK 0 · Hawai'i at Stanford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mph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nl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Memphis at UNLV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10:00 ET · FOX · G5 heavyweight opener · Huff's 53-transfer debut · first film_study game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Memphis rush offense #5 vs UNLV rush defense #130 — but that #5 was Silverfield's roster; Huff flipped 53 players (111th returning production)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UNLV rush offense #9 (Thomas, 7.0 a carry) vs Memphis rush D #20 — now led by transfers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Arnold (#32 pass O context) at Memphis's #118 pass defense; Memphis's QB derby is a zero-FBS-snap tier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Memphis's #16 special teams was Sutton Smith's 99-yd return TD — he's gone; UNLV #65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machine's −6.2 is built on 2025 unit ranks for a Memphis roster that is 53 transfers new — both sides' numbers are stale in opposite directions. Residuals are flat (MEM −1.8, UNLV +0.7); the line already moved to our side.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UNLV –6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UNLV –179 · MEM +179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UNLV +6.2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–5.5 / –5.5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UNLV -225 / MEM +185 · Bov UNLV -170 / MEM +145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market came to us: –3 → –5.5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4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31212" cy="365760"/>
          </a:xfrm>
          <a:prstGeom prst="roundRect">
            <a:avLst/>
          </a:prstGeom>
          <a:solidFill>
            <a:srgbClr val="B1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UNLV 64%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36% MEM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–3 → –5.5 · CLV +2.5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–3 (Aug 18) → now –5.5 · opened –3 · CLV +2.5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mph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nl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emph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Memphis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Don't ask the (unannounced) quarterback to win it — run first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Run at the worst run defense in the league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Tapp has to get home on Arnold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Survive the hidden-yardage swing without Sutton Smith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nl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UNLV — what it takes</a:t>
            </a:r>
          </a:p>
        </p:txBody>
      </p:sp>
      <p:sp>
        <p:nvSpPr>
          <p:cNvPr id="20" name="Oval 19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Feed Jai'Den Thomas</a:t>
            </a:r>
          </a:p>
        </p:txBody>
      </p:sp>
      <p:sp>
        <p:nvSpPr>
          <p:cNvPr id="22" name="Oval 21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No turnovers from the quarterback, whoever it is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Make the new receivers real</a:t>
            </a:r>
          </a:p>
        </p:txBody>
      </p:sp>
      <p:sp>
        <p:nvSpPr>
          <p:cNvPr id="26" name="Oval 25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The run defense cannot be last year's unit against Huff-ball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UNLV 32 – MEM 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UNLV –6 · market –5.5 / –5.5 · projected score · machine margin on the 57.5 market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1 · WEEK 0 · Memphis at UNLV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1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Where the machine stands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075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130552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075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130552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03911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North Carolina vs TCU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68296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first-seen –6.5 (Aug 18) → now –7.5 · opened –7.5 · CLV 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03911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TCU –1.5   ·   –7.5 / –8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3865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807208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291693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971800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291693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2971800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28803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NC State at Virginia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209544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first-seen –3 (Aug 18) → now –5.5 · opened –3.5 · CLV +2.5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8803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UVA –6.5   ·   –5.5 / –5.5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22783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648456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758183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81304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758183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81304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721607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050791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first-seen –10 (Jul 14) → now –7 · opened –10 · CLV +3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721607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NDSU –2.5   ·   –7 / –7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0690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489704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59943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hawai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654296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59943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t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654296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562856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Hawai'i at Stanford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4892040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first-seen –3 (Aug 18) → now –5.5 · opened –3 · CLV -2.5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56285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Stanford –1.5   ·   –5.5 / –5.5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491032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330952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440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memph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495544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440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unlv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495544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404104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Memphis at UNLV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733288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first-seen –3 (Aug 18) → now –5.5 · opened –3 · CLV +2.5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540410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UNLV –6   ·   –5.5 / –5.5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575157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FA5C4"/>
                </a:solidFill>
                <a:latin typeface="Arial"/>
              </a:rPr>
              <a:t>Paper record starts Week 0 — graded vs first-seen lines, never moved ones. Research, not picks.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