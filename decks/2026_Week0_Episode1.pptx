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1 · WEEK 0 · AUG 29,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Three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43200"/>
            <a:ext cx="10515600" cy="91440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2889504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739" y="2951683"/>
            <a:ext cx="497433" cy="497433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828800" y="2889504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0979" y="2951683"/>
            <a:ext cx="497433" cy="49743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2871216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North Carolina vs TCU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3255264"/>
            <a:ext cx="5760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Dublin, Ireland · Aviva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871216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F47321"/>
                </a:solidFill>
                <a:latin typeface="Arial"/>
              </a:rPr>
              <a:t>TCU –1.5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255264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858768"/>
            <a:ext cx="10515600" cy="91440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005072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ncs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3739" y="4067251"/>
            <a:ext cx="497433" cy="49743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828800" y="4005072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90979" y="4067251"/>
            <a:ext cx="497433" cy="49743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7480" y="3986783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NC State at Virginia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4370831"/>
            <a:ext cx="5760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Charlottesville · Scott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98678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F47321"/>
                </a:solidFill>
                <a:latin typeface="Arial"/>
              </a:rPr>
              <a:t>UVA –6.7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370831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974336"/>
            <a:ext cx="10515600" cy="91440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51560" y="5120640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j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3739" y="5182819"/>
            <a:ext cx="497433" cy="497433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828800" y="5120640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nds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90979" y="5182819"/>
            <a:ext cx="497433" cy="497433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697480" y="5102351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Jacksonville State at North Dakota 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5486400"/>
            <a:ext cx="5760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Fargo · Fargodome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510235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F47321"/>
                </a:solidFill>
                <a:latin typeface="Arial"/>
              </a:rPr>
              <a:t>NDSU –2.7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5486400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1722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5C4"/>
                </a:solidFill>
                <a:latin typeface="Arial"/>
              </a:rPr>
              <a:t>Machine = ESPN 2026 preseason FPI + 2.5 HFA, empirical margin curve (σ 17.9, 2021–25 fit) · lines as of Aug 18 · model plays graded vs first-seen 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North Carolina vs TCU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noon ET · ESPN · Aer Lingus Classic · Belichick year two opens abroad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UNC rush offense #127 vs TCU rush defense #28 — June may find nothing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UNC's path: Edwards at TCU's #103 pass defense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TCU pass offense #29 vs UNC pass defense #49 — best-on-best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Hidden yards: special teams UNC #31 vs TCU #84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Honesty check: UNC's −12.1 residual was 2025's biggest ACC market-overrating — the skepticism premium is earned.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2880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9456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TCU –1.5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7889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315468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–6.5 / –8.5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611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market (DK / Bovada)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977639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47321"/>
                </a:solidFill>
                <a:latin typeface="Arial"/>
              </a:rPr>
              <a:t>5–7 pts on UNC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37083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4892040"/>
            <a:ext cx="3017520" cy="384048"/>
          </a:xfrm>
          <a:prstGeom prst="roundRect">
            <a:avLst/>
          </a:prstGeom>
          <a:solidFill>
            <a:srgbClr val="7BA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46720" y="4892040"/>
            <a:ext cx="1629460" cy="384048"/>
          </a:xfrm>
          <a:prstGeom prst="roundRect">
            <a:avLst/>
          </a:prstGeom>
          <a:solidFill>
            <a:srgbClr val="4D19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19872" y="498347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TCU 54%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96528" y="498347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16273D"/>
                </a:solidFill>
                <a:latin typeface="Arial"/>
              </a:rPr>
              <a:t>46% UNC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534924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Lean: UNC ATS at −6.5 or worse · O/U no lean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Players to watch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North Carolina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Billy Edwards Jr.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Maryland grad; 2,881 yds/15 TD in '24; '25 at Wisconsin lost to injury (7/16, 113 yds); Belichick's pick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Demon June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 — 2025: 464 yds at 5.5/carry, 3 total TD — Corey's key, but see the run-front matchup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Jordan Shipp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 — the X; 2025: 60 rec, 671 yds, 6 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Trech Kekahuna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slot — 2025 at Wisconsin: 26 rec, 211 yds; 129 rush yds, 1 TD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152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TCU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Jaden Craig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Harvard grad transfer; 2025: 61.6%, 2,829 yds, 25-7; first year as the guy post-Hoover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Jordan Dwyer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 — 2025: 54 rec, 730 yds, 7 TD (13.5 avg)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Ka'Morreun Pimpton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TE — 2025: just 1 catch (a TD)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Markis Deal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NT — anchors the #28 run front; 2025: 26 tkl, 2 TFL, 1 sack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EP 1 · WEEK 0 · North Carolina vs TCU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c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NC State at Virginia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3:30 ET · revenge of the 35-31 end-zone INT · UVA: 11 wins, ACC CG loss in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BOOKS DISAGREE BY A FULL FIELD GOAL — shop the number on air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UVA's #26 pass defense vs CJ Bailey's #36 pass offense decides it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NC State explosiveness bottom-third: sustain or stall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Special teams: UVA #56 vs NCSU #101 — ST cost State two 2025 games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UVA's card weakness: turnover-luck regression + a senior-driven pass rush now gone.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2880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9456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UVA –6.7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7889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315468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–3 / –6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611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market (DK / Bovada)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977639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47321"/>
                </a:solidFill>
                <a:latin typeface="Arial"/>
              </a:rPr>
              <a:t>3.7 pts on UVA at DK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37083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4892040"/>
            <a:ext cx="3017520" cy="384048"/>
          </a:xfrm>
          <a:prstGeom prst="round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46720" y="4892040"/>
            <a:ext cx="1961388" cy="384048"/>
          </a:xfrm>
          <a:prstGeom prst="roundRect">
            <a:avLst/>
          </a:prstGeom>
          <a:solidFill>
            <a:srgbClr val="2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19872" y="498347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UVA 65%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96528" y="498347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35% NCSU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534924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Lean: UVA — value at −3, fair at −6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c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Players to watch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c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NC 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NC State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CJ Bailey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yr 3; 2025: 3,105 yds, 25-9 at 68.8%; top-5 returning ACC QB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Duke Scott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 — 2025: 595 yds at 5.6/carry, 4 TD, plus 15 catches (Jayden on the stat sheet)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JoJo Trader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 — Miami transfer; 2025: 13 rec, 178 yds, 1 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Joseph Adedire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DE — 2025: 6 tkl, 2 TFL, 1 sack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u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152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Virginia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Virginia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Beau Pribula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Missouri transfer; 2025: 67.4%, 1,946 yds, 11-9 TD-INT (+6 rush TD); named starter Jul 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Peyton Lewis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 — Tennessee transfer; 2025: 290 yds, 7 TD on 70 carries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Rico Flores Jr.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 — UCLA transfer; 2025: 26 rec, 274 yds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Fisher Camac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DE — 2025: 44 tkl, 5.5 TFL, 3.5 sacks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EP 1 · WEEK 0 · NC State at Virginia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j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nd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Jacksonville State at North Dakota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5:30 ET · CBSSN · NDSU's first FBS game · 2015 FCS title rematch · ON THE UPSET 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JSU identity: #23 rush offense, back-to-back ~3,500-yard rushing seasons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JSU pass game #107 — stack the box, make Creel throw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JSU special teams #123 — hidden-yardage leaks compound indoors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NDSU has no ratings history — ESPN's −8.3 is a guess; max uncertainty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July 14 YEL alert: JSU +10, edge 7.3 — the market has since moved 3+ points to the model's side.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2880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9456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NDSU –2.7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7889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315468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–10 → –7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611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market (DK / Bovada)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977639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47321"/>
                </a:solidFill>
                <a:latin typeface="Arial"/>
              </a:rPr>
              <a:t>+3 CLV banked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37083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4892040"/>
            <a:ext cx="3017520" cy="384048"/>
          </a:xfrm>
          <a:prstGeom prst="round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46720" y="4892040"/>
            <a:ext cx="1719986" cy="384048"/>
          </a:xfrm>
          <a:prstGeom prst="roundRect">
            <a:avLst/>
          </a:prstGeom>
          <a:solidFill>
            <a:srgbClr val="0A5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19872" y="498347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NDSU 57%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96528" y="498347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43% JSU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534924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Model side: JSU at −7 or worse — already paid in line movement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j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nd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Players to watch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j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Jacksonville 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Jacksonville State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Caden Creel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2025: 1,514 pass + 1,075 rush (5.9/carry), 16 total TD; dual-threat = Bison D's soft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Khristian Lando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 — the 'unleash' key; 2025: 201 yds on 51 carries behind Creel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Khurtiss Perry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DT — 2025: 20 tkl, 4.5 TFL, 2 sacks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Jacob Cruz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EDGE — 2025: 14 tkl, 1.5 TFL, 1 INT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nd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152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North Dakota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North Dakota State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Nathan Hayes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FIRST career start; 2025 in relief: 25/44, 381 yds, 4-1, plus 88 rush yds; 'strongest arm since Wentz'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DJ Scott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 — 2025: 502 yds at 5.3/carry, 6 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Mekhi Collins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 — 2025: 6 catches, 159 yds, 2 TD — 26.5 per grab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Rebuilt CB 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the one unit with no returning proof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EP 1 · WEEK 0 · Jacksonville State at North Dakota State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1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Arial"/>
              </a:rPr>
              <a:t>Where the machine stands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10515600" cy="105156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2505456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739" y="2567635"/>
            <a:ext cx="497433" cy="497433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828800" y="2505456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0979" y="2567635"/>
            <a:ext cx="497433" cy="49743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2432304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North Carolina vs TCU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28346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Arial"/>
              </a:rPr>
              <a:t>UNC ATS at −6.5 or worse · O/U no lean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243230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F47321"/>
                </a:solidFill>
                <a:latin typeface="Arial"/>
              </a:rPr>
              <a:t>TCU –1.5   ·   –6.5 / –8.5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28346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47872"/>
            <a:ext cx="10515600" cy="105156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767328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ncs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3739" y="3829507"/>
            <a:ext cx="497433" cy="49743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828800" y="3767328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90979" y="3829507"/>
            <a:ext cx="497433" cy="49743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7480" y="3694176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NC State at Virginia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4096511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Arial"/>
              </a:rPr>
              <a:t>UVA — value at −3, fair at −6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36941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F47321"/>
                </a:solidFill>
                <a:latin typeface="Arial"/>
              </a:rPr>
              <a:t>UVA –6.7   ·   –3 / –6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4096511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809744"/>
            <a:ext cx="10515600" cy="105156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51560" y="5029200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j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3739" y="5091379"/>
            <a:ext cx="497433" cy="497433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828800" y="5029200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nds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90979" y="5091379"/>
            <a:ext cx="497433" cy="497433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697480" y="4956048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Jacksonville State at North Dakota 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5358383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Arial"/>
              </a:rPr>
              <a:t>JSU at −7 or worse — already paid in line movement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79" y="495604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F47321"/>
                </a:solidFill>
                <a:latin typeface="Arial"/>
              </a:rPr>
              <a:t>NDSU –2.7   ·   –10 → –7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79" y="5358383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8FA5C4"/>
                </a:solidFill>
                <a:latin typeface="Arial"/>
              </a:rPr>
              <a:t>Paper record starts Week 0 — graded vs first-seen lines, never moved ones. Research, not picks.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