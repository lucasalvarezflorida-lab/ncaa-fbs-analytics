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Sheet1!$A$2:$A$8</c:f>
              <c:strCache>
                <c:ptCount val="7"/>
                <c:pt idx="0">
                  <c:v>Oregon State</c:v>
                </c:pt>
                <c:pt idx="1">
                  <c:v>Utah State</c:v>
                </c:pt>
                <c:pt idx="2">
                  <c:v>Washington State</c:v>
                </c:pt>
                <c:pt idx="3">
                  <c:v>Texas State</c:v>
                </c:pt>
                <c:pt idx="4">
                  <c:v>Fresno State</c:v>
                </c:pt>
                <c:pt idx="5">
                  <c:v>San Diego State</c:v>
                </c:pt>
                <c:pt idx="6">
                  <c:v>Boise State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0.0176</c:v>
                </c:pt>
                <c:pt idx="1">
                  <c:v>0.0241</c:v>
                </c:pt>
                <c:pt idx="2">
                  <c:v>0.0584</c:v>
                </c:pt>
                <c:pt idx="3">
                  <c:v>0.0593</c:v>
                </c:pt>
                <c:pt idx="4">
                  <c:v>0.0917</c:v>
                </c:pt>
                <c:pt idx="5">
                  <c:v>0.2816</c:v>
                </c:pt>
                <c:pt idx="6">
                  <c:v>0.4659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Pac-12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Pac-12: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Boise State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5.3–1.7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7.7–3.3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San Diego State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4.8–2.2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7.4–3.6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Fresno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6.2–4.8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Texas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-4.3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3.5–3.5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Washington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3.4–3.6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Utah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-6.7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2.9–4.1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4.6–6.4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Oregon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2.7–4.3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4.5–6.5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Colorado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-12.4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3.5–7.5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Boise State (47%)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Boise State vs San Diego State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50%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Pac-12: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Boise State wins the league in 47% of seasons; San Diego State is next at 28%.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Colorado State's overall projection (3.5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