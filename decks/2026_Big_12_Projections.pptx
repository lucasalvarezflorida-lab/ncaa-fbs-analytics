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P(champ)</c:v>
                </c:pt>
              </c:strCache>
            </c:strRef>
          </c:tx>
          <c:spPr>
            <a:solidFill>
              <a:srgbClr val="F47321"/>
            </a:solidFill>
          </c:spPr>
          <c:cat>
            <c:strRef>
              <c:f>Sheet1!$A$2:$A$11</c:f>
              <c:strCache>
                <c:ptCount val="10"/>
                <c:pt idx="0">
                  <c:v>Cincinnati</c:v>
                </c:pt>
                <c:pt idx="1">
                  <c:v>Colorado</c:v>
                </c:pt>
                <c:pt idx="2">
                  <c:v>TCU</c:v>
                </c:pt>
                <c:pt idx="3">
                  <c:v>Baylor</c:v>
                </c:pt>
                <c:pt idx="4">
                  <c:v>Kansas State</c:v>
                </c:pt>
                <c:pt idx="5">
                  <c:v>Arizona</c:v>
                </c:pt>
                <c:pt idx="6">
                  <c:v>Houston</c:v>
                </c:pt>
                <c:pt idx="7">
                  <c:v>Utah</c:v>
                </c:pt>
                <c:pt idx="8">
                  <c:v>BYU</c:v>
                </c:pt>
                <c:pt idx="9">
                  <c:v>Texas Tech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0.0065</c:v>
                </c:pt>
                <c:pt idx="1">
                  <c:v>0.0072</c:v>
                </c:pt>
                <c:pt idx="2">
                  <c:v>0.0117</c:v>
                </c:pt>
                <c:pt idx="3">
                  <c:v>0.0142</c:v>
                </c:pt>
                <c:pt idx="4">
                  <c:v>0.0142</c:v>
                </c:pt>
                <c:pt idx="5">
                  <c:v>0.0169</c:v>
                </c:pt>
                <c:pt idx="6">
                  <c:v>0.0188</c:v>
                </c:pt>
                <c:pt idx="7">
                  <c:v>0.0457</c:v>
                </c:pt>
                <c:pt idx="8">
                  <c:v>0.1849</c:v>
                </c:pt>
                <c:pt idx="9">
                  <c:v>0.6599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16273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NCAA FBS ANALYTICS · CONFERENCE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Big 12 — 2026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Projected standings, title race, and championship odds</a:t>
            </a:r>
          </a:p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10,000 joint simulated seasons · ESPN 2026 preseason FPI prior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Big 12: projected standings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34440"/>
          <a:ext cx="7863839" cy="466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405"/>
                <a:gridCol w="2539365"/>
                <a:gridCol w="737235"/>
                <a:gridCol w="1105852"/>
                <a:gridCol w="1105852"/>
                <a:gridCol w="819150"/>
                <a:gridCol w="98298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FPI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 W–L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Overall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P(CG)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P(Champ)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6273D"/>
                          </a:solidFill>
                          <a:latin typeface="Arial"/>
                        </a:rPr>
                        <a:t>Texas Tech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7.8–1.2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10.7–1.3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6273D"/>
                          </a:solidFill>
                          <a:latin typeface="Arial"/>
                        </a:rPr>
                        <a:t>BYU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13.1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6.6–2.4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8.8–3.2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Utah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5.3–3.7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7.9–4.1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Houston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4.7–4.3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7.5–4.5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Arizona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4.7–4.3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7.4–4.6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Kansas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4.6–4.4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7.1–4.9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Baylor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4.4–4.6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6.7–5.3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TCU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4.4–4.6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6.8–5.2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Oklahoma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4.0–5.0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5.9–6.1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Arizona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4.0–5.0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5.9–6.1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Colorado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4.0–5.0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5.9–6.1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Cincinnati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3.8–5.2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6.4–5.6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UCF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3.8–5.2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6.0–6.0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Kansas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3.7–5.3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5.9–6.1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West Virginia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3.1–5.9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5.2–6.8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Iowa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-0.9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3.0–6.0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5.0–7.0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961120" y="1371600"/>
            <a:ext cx="2651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Favorite: Texas Tech (66%)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Projected title game: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Texas Tech vs BYU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Split: champion ≠ best overall record in 36% of seasons.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Shaded rows = projected CG pair.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Big 12: the title race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017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Texas Tech wins the league in 66% of seasons; BYU is next at 18%.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Schedule note: Cincinnati's overall projection (6.4 wins) outruns its conference finish — draw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