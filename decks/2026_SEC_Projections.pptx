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Sheet1!$A$2:$A$10</c:f>
              <c:strCache>
                <c:ptCount val="9"/>
                <c:pt idx="0">
                  <c:v>Florida</c:v>
                </c:pt>
                <c:pt idx="1">
                  <c:v>Ole Miss</c:v>
                </c:pt>
                <c:pt idx="2">
                  <c:v>Tennessee</c:v>
                </c:pt>
                <c:pt idx="3">
                  <c:v>Oklahoma</c:v>
                </c:pt>
                <c:pt idx="4">
                  <c:v>Texas A&amp;M</c:v>
                </c:pt>
                <c:pt idx="5">
                  <c:v>LSU</c:v>
                </c:pt>
                <c:pt idx="6">
                  <c:v>Alabama</c:v>
                </c:pt>
                <c:pt idx="7">
                  <c:v>Georgia</c:v>
                </c:pt>
                <c:pt idx="8">
                  <c:v>Texas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0.0068</c:v>
                </c:pt>
                <c:pt idx="1">
                  <c:v>0.0153</c:v>
                </c:pt>
                <c:pt idx="2">
                  <c:v>0.0167</c:v>
                </c:pt>
                <c:pt idx="3">
                  <c:v>0.0327</c:v>
                </c:pt>
                <c:pt idx="4">
                  <c:v>0.0621</c:v>
                </c:pt>
                <c:pt idx="5">
                  <c:v>0.0855</c:v>
                </c:pt>
                <c:pt idx="6">
                  <c:v>0.0865</c:v>
                </c:pt>
                <c:pt idx="7">
                  <c:v>0.3029</c:v>
                </c:pt>
                <c:pt idx="8">
                  <c:v>0.38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SEC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SEC: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Texas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26.9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7.2–1.8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9.7–2.3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Georgia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24.8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7.1–1.9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10.1–1.9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Alabama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6.0–3.0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8.8–3.2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LSU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5.9–3.1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8.6–3.4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Texas A&amp;M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5.6–3.4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8.4–3.6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Oklahoma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17.8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5.2–3.8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7.6–4.4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Tennessee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4.7–4.3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7.4–4.6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Ole Miss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16.0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4.7–4.3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7.3–4.7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Florida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4.2–4.8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6.7–5.3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South Carolina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11.7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4.0–5.0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6.4–5.6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Missouri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6.6–5.4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Auburn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4.0–5.0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6.5–5.5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Vanderbilt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3.6–5.4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6.2–5.8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Kentucky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2.1–6.9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4.5–7.5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Mississippi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2.0–7.0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4.4–7.6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Arkansas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1.9–7.1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4.0–8.0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Texas (38%)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Texas vs Georgia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51%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SEC: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Texas wins the league in 38% of seasons; Georgia is next at 30%.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Mississippi State's overall projection (4.4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